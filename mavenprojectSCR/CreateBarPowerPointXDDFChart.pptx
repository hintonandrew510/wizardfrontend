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en-US"/>
              <a:t>Test Chart</a:t>
            </a:r>
            <a:endParaRPr lang="en-US" sz="1100"/>
          </a:p>
        </c:rich>
      </c:tx>
      <c:layout/>
    </c:title>
    <c:plotArea>
      <c:barChart>
        <c:barDir val="bar"/>
        <c:ser>
          <c:idx val="0"/>
          <c:order val="0"/>
          <c:tx>
            <c:strRef>
              <c:f>Sheet0!$B$1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Sheet0!$A$2:$A$4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Sheet0!$B$2:$B$4</c:f>
              <c:numCache>
                <c:ptCount val="3"/>
                <c:pt idx="0">
                  <c:v>10.0</c:v>
                </c:pt>
                <c:pt idx="1">
                  <c:v>20.0</c:v>
                </c:pt>
                <c:pt idx="2">
                  <c:v>15.0</c:v>
                </c:pt>
              </c:numCache>
            </c:numRef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majorTickMark val="cross"/>
        <c:minorTickMark val="none"/>
        <c:tickLblPos val="nextTo"/>
        <c:crossAx val="0"/>
        <c:crosses val="autoZero"/>
        <c:crossBetween val="between"/>
      </c:valAx>
    </c:plotArea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Chart 2" id="2"/>
          <p:cNvGraphicFramePr>
            <a:graphicFrameLocks noGrp="true"/>
          </p:cNvGraphicFramePr>
          <p:nvPr/>
        </p:nvGraphicFramePr>
        <p:xfrm>
          <a:off x="1270000" y="635000"/>
          <a:ext cx="5080000" cy="508000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
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drawingml.chart+xml" PartName="/ppt/charts/chart3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59"/>
    <p:restoredTop sz="94724"/>
  </p:normalViewPr>
  <p:slideViewPr>
    <p:cSldViewPr>
      <p:cViewPr varScale="1">
        <p:scale>
          <a:sx n="97" d="100"/>
          <a:sy n="97" d="100"/>
        </p:scale>
        <p:origin x="12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charts/_rels/chart1.xml.rels><?xml version="1.0" encoding="UTF-8" standalone="yes"?><Relationships xmlns="http://schemas.openxmlformats.org/package/2006/relationships"><Relationship Id="rId1" Target="style1.xml" Type="http://schemas.microsoft.com/office/2011/relationships/chartStyle"/><Relationship Id="rId2" Target="colors1.xml" Type="http://schemas.microsoft.com/office/2011/relationships/chartColorStyle"/><Relationship Id="rId3" Target="../embeddings/Microsoft_Excel_Worksheet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3.xml.rels><?xml version="1.0" encoding="UTF-8" standalone="yes"?><Relationships xmlns="http://schemas.openxmlformats.org/package/2006/relationships"><Relationship Id="rId1" Target="style2.xml" Type="http://schemas.microsoft.com/office/2011/relationships/chartStyle"/><Relationship Id="rId2" Target="colors2.xml" Type="http://schemas.microsoft.com/office/2011/relationships/chartColorStyle"/><Relationship Id="rId3" Target="../embeddings/Microsoft_Excel_Worksheet2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Sheet0!$B$1</c:f>
              <c:strCache>
                <c:ptCount val="1"/>
                <c:pt idx="0">
                  <c:v>My Chart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01-A642-B70E-EBF04B6989E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01-A642-B70E-EBF04B6989E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801-A642-B70E-EBF04B6989E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6801-A642-B70E-EBF04B6989E0}"/>
              </c:ext>
            </c:extLst>
          </c:dPt>
          <c:cat>
            <c:strRef>
              <c:f>Sheet0!$A$2:$A$5</c:f>
              <c:strCache>
                <c:ptCount val="4"/>
                <c:pt idx="0">
                  <c:v>First</c:v>
                </c:pt>
                <c:pt idx="1">
                  <c:v>Second</c:v>
                </c:pt>
                <c:pt idx="2">
                  <c:v>Third</c:v>
                </c:pt>
                <c:pt idx="3">
                  <c:v>Aah</c:v>
                </c:pt>
              </c:strCache>
            </c:strRef>
          </c:cat>
          <c:val>
            <c:numRef>
              <c:f>Sheet0!$B$2:$B$5</c:f>
              <c:numCache>
                <c:formatCode>General</c:formatCode>
                <c:ptCount val="4"/>
                <c:pt idx="0">
                  <c:v>1.0</c:v>
                </c:pt>
                <c:pt idx="1">
                  <c:v>3.0</c:v>
                </c:pt>
                <c:pt idx="2">
                  <c:v>4.0</c:v>
                </c:pt>
                <c:pt idx="3">
                  <c:v>5.0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F6-6542-AF28-91493A6168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12-0D46-B8EC-9A6218988C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4C5-8349-9BDA-63C7AA184D3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4C5-8349-9BDA-63C7AA184D3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4C5-8349-9BDA-63C7AA184D3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4C5-8349-9BDA-63C7AA184D30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2E-6944-AE7C-9CB641BFD4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PKX3[Content_Types].xml�S�n�0����*6�PU�C���\{�X�%����]8�R�
q�cfgfW�d�q�ZCB|��|�*�*h㻆},^�{Va�^K<4l�f��b+��ذ>�� ��D"xBڐ��tL��R-e�v4�*�>׹h���	Z���z�����Q2S,���H���v�`o"��U�RٵC(2q��qa9S�&����(�A��p(�tS6��9�)�JG���sBQ�4���0�eX�9u�1���dg9�2�~ω^��+~��#o�)�r�	�ʝ4���WH�����/��/�D1,�C1|��7PK�,(�;PKX3_rels/.rels���J1�_%̽�miڋ�����ݰ�LHFݾ����lA��03��1�v?�I�S.���uӂ�h���x9>��@��p�HNT`��>ӄRW��SQ���A$�k]�@KÉb�t�J-s��{қ����'Ι���[�:b�I̓��<�2�M���)�oB�뼥�o��,d_L�^v�|�8�O��&���24EGn�je���W�n�,g����Gс
~Q/����}PKn2K�JPKX3docProps/app.xmlM��
�0D�~EȽ��ADҔ���A? ��6�lB�J?ߜ���0���ͯ�)�@��׍H6���V>��$;�SC
;̢(�ra�g�l�&�e��L!y�%��49��`_���4G���F��J��Wg�GS�b����
~�PK�|wPKX3docProps/core.xmlm��J�0E%�M����� ʀ�8`E�-$Ƕ�\H���{�:VPߒ�u'���>������bFZ5��Ə�.;�(Da���!�mSIǥ���ց��<&p�j���8!A��E�aR�j�1]}G��o�RPZQ(���[���TrU�w?.%	����@X����������!+5MS>m.m�����ò|6���pS��\zJ�.U�<m���n
Z�e�hY�)�g�KE~��¯���e*��������"jn>PK�K3��PKX3xl/sharedStrings.xmle��
�0л_r���"��H�7O��jͦf��oEP��y��G�����\e��m�<^yn��N�f��X�qD.�F��m�ꛧ�B:�a����,�Ss�)X�b�*؎�^��|���(�&o4��ST�&֊�Vo�x���m��_����HMg�PK��PKX3xl/styles.xml���n� ��>bop2TQ��P)U�RWb�6*�����ӤS�Nw�s���3ߍ֐���t��(l��������ҝx�!N=@$ɀ��}��3c���ʰr`:i��2��w,�
�d�T��R#�voc �;c�iE��Û��E<|��4Iɣ����F#��n���B�z�F���y�j3y��yҥ�jt>���2��Lژ�!6��2F�OY��4@M�!���G��������1�t��y��p��"	n����u�����a�ΦDi�9�&#��%I��9��}���cK��T��$?������`J������7���o��f��M|PK�1X@C�PKX3xl/workbook.xml���N�0D�|��wj�E�8��J�!Q�o�Mc5���i�|�T��֣y;;r���'��j�@P0Ѻp��~��?���k����Ϣ�!i�sk)���cZőBq��s�|�idB�z���V�Qztn	5�'#v�3�ͧ��o!L�R6�nL��4{ea1S��4t8$�6����~�I
4�]�Gj��p�LГ���]��kg5��n@����jNX��r��PKl5e��]PKX3xl/_rels/workbook.xml.rels��Mk�0@���}q���n/c�k?~���84����˿����@;�$��{�\��:Q�>MU��`��Cg��xzł����a�Zni@)_���Ua6�Eқ�l=��ULʦ�yD)������E]��|ˀ9Sm���q�=��{��v�KW\VS��hc���ޣ�)����AߏY���4��+����瘏��Z^F���5FϮ��PKg뢨�4PKX3xl/worksheets/sheet1.xmlu��j�0E��
�}-?�l���E���W��ؒ����ߑӘ`��a�{�Țt��w�J�Rd4�|J@�lE�����]�w�(�A7��^�6�+�t�@ϵ'xRI�s�����r2�}����4O˶a��*��`�M(��I��¨�jb��Rl�Zf'4|�	�7����n��]�*~�̇_���M��gnx�*9�'8`a�m�AՔh����O�	�
�P=[e:�`���g��Vx7�ь�l��F6���gl�`�6v��-l2c/���M,�z�����U�
M��٣�{DL%�e;����tP�IE�:��T9�{���k��PK�ڌT	PKX3\�,(�;[Content_Types].xmlPKX3\n2K�J|_rels/.relsPKX3\�|w�docProps/app.xmlPKX3\�K3��idocProps/core.xmlPKX3\���xl/sharedStrings.xmlPKX3\�1X@C��xl/styles.xmlPKX3\l5e��]xl/workbook.xmlPKX3\g뢨�4)xl/_rels/workbook.xml.relsPKX3\�ڌT	F	xl/worksheets/sheet1.xmlPK?�

</file>

<file path=ppt/charts/style2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2.xml" Type="http://schemas.openxmlformats.org/officeDocument/2006/relationships/chart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charts/chart3.xml" Type="http://schemas.openxmlformats.org/officeDocument/2006/relationships/char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5B16F-F59E-7AC0-4159-EE83C68C0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lang="en-US"/>
              <a:t>My chart</a:t>
            </a:r>
            <a:br>
              <a:rPr dirty="0" lang="en-US"/>
            </a:br>
            <a:endParaRPr dirty="0"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90CD357-45EB-A23E-EA3C-FB995E37B3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0356952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03493920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My Pie Chart</a:t>
            </a:r>
            <a:endParaRPr dirty="0" lang="ru-RU"/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74107684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2224918824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581F-E022-2024-3B59-6C9AC1E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 lang="en-US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DCB2911-F32D-2C15-28FB-F4C82BFDDC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908987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1685147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604</TotalTime>
  <Words>10</Words>
  <Application>Microsoft Macintosh PowerPoint</Application>
  <PresentationFormat>On-screen Show (4:3)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My chart </vt:lpstr>
      <vt:lpstr>My Pie Chart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yegor</dc:creator>
  <cp:lastModifiedBy>andrew hinton</cp:lastModifiedBy>
  <dcterms:modified xsi:type="dcterms:W3CDTF">2026-01-19T15:24:44Z</dcterms:modified>
  <cp:revision>7</cp:revision>
  <dc:title>My Pie Chart</dc:title>
</cp:coreProperties>
</file>
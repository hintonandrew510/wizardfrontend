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270000" y="1270000"/>
            <a:ext cx="508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400">
                <a:solidFill>
                  <a:srgbClr val="FF0000"/>
                </a:solidFill>
                <a:ea typeface="Segoe UI Symbol"/>
              </a:rPr>
              <a:t>☑ </a:t>
            </a:r>
            <a:r>
              <a:rPr lang="en-US" sz="1800">
                <a:solidFill>
                  <a:srgbClr val="000000"/>
                </a:solidFill>
                <a:latin typeface="Arial"/>
              </a:rPr>
              <a:t>This is an item with a red checkbox.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
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vnd.openxmlformats-officedocument.spreadsheetml.sheet" Extension="xlsx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drawingml.chart+xml" PartName="/ppt/charts/chart1.xml"/>
  <Override ContentType="application/vnd.openxmlformats-officedocument.drawingml.chart+xml" PartName="/ppt/charts/chart2.xml"/>
  <Override ContentType="application/vnd.openxmlformats-officedocument.drawingml.chart+xml" PartName="/ppt/charts/chart3.xml"/>
  <Override ContentType="application/vnd.ms-office.chartcolorstyle+xml" PartName="/ppt/charts/colors1.xml"/>
  <Override ContentType="application/vnd.ms-office.chartcolorstyle+xml" PartName="/ppt/charts/colors2.xml"/>
  <Override ContentType="application/vnd.ms-office.chartstyle+xml" PartName="/ppt/charts/style1.xml"/>
  <Override ContentType="application/vnd.ms-office.chartstyle+xml" PartName="/ppt/charts/styl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51"/>
    <p:restoredTop sz="94724"/>
  </p:normalViewPr>
  <p:slideViewPr>
    <p:cSldViewPr>
      <p:cViewPr varScale="1">
        <p:scale>
          <a:sx n="83" d="100"/>
          <a:sy n="83" d="100"/>
        </p:scale>
        <p:origin x="1872" y="4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slides/slide2.xml" Type="http://schemas.openxmlformats.org/officeDocument/2006/relationships/slide"/><Relationship Id="rId4" Target="slides/slide3.xml" Type="http://schemas.openxmlformats.org/officeDocument/2006/relationships/slide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charts/_rels/chart1.xml.rels><?xml version="1.0" encoding="UTF-8" standalone="yes"?><Relationships xmlns="http://schemas.openxmlformats.org/package/2006/relationships"><Relationship Id="rId1" Target="../embeddings/Microsoft_Excel_Worksheet.xlsx" Type="http://schemas.openxmlformats.org/officeDocument/2006/relationships/package"/></Relationships>
</file>

<file path=ppt/charts/_rels/chart2.xml.rels><?xml version="1.0" encoding="UTF-8" standalone="yes"?><Relationships xmlns="http://schemas.openxmlformats.org/package/2006/relationships"><Relationship Id="rId1" Target="style1.xml" Type="http://schemas.microsoft.com/office/2011/relationships/chartStyle"/><Relationship Id="rId2" Target="colors1.xml" Type="http://schemas.microsoft.com/office/2011/relationships/chartColorStyle"/><Relationship Id="rId3" Target="../embeddings/Microsoft_Excel_Worksheet1.xlsx" Type="http://schemas.openxmlformats.org/officeDocument/2006/relationships/package"/></Relationships>
</file>

<file path=ppt/charts/_rels/chart3.xml.rels><?xml version="1.0" encoding="UTF-8" standalone="yes"?><Relationships xmlns="http://schemas.openxmlformats.org/package/2006/relationships"><Relationship Id="rId1" Target="style2.xml" Type="http://schemas.microsoft.com/office/2011/relationships/chartStyle"/><Relationship Id="rId2" Target="colors2.xml" Type="http://schemas.microsoft.com/office/2011/relationships/chartColorStyle"/><Relationship Id="rId3" Target="../embeddings/Microsoft_Excel_Worksheet2.xlsx" Type="http://schemas.openxmlformats.org/officeDocument/2006/relationships/package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Sheet0!$B$1</c:f>
              <c:strCache>
                <c:ptCount val="1"/>
                <c:pt idx="0">
                  <c:v>My Chart</c:v>
                </c:pt>
              </c:strCache>
            </c:strRef>
          </c:tx>
          <c:cat>
            <c:strRef>
              <c:f>Sheet0!$A$2:$A$5</c:f>
              <c:strCache>
                <c:ptCount val="4"/>
                <c:pt idx="0">
                  <c:v>First</c:v>
                </c:pt>
                <c:pt idx="1">
                  <c:v>Second</c:v>
                </c:pt>
                <c:pt idx="2">
                  <c:v>Third</c:v>
                </c:pt>
                <c:pt idx="3">
                  <c:v>Aah</c:v>
                </c:pt>
              </c:strCache>
            </c:strRef>
          </c:cat>
          <c:val>
            <c:numRef>
              <c:f>Sheet0!$B$2:$B$5</c:f>
              <c:numCache>
                <c:formatCode>General</c:formatCode>
                <c:ptCount val="4"/>
                <c:pt idx="0">
                  <c:v>1.0</c:v>
                </c:pt>
                <c:pt idx="1">
                  <c:v>3.0</c:v>
                </c:pt>
                <c:pt idx="2">
                  <c:v>4.0</c:v>
                </c:pt>
                <c:pt idx="3">
                  <c:v>5.0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12-0D46-B8EC-9A6218988C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F6-6542-AF28-91493A6168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2E-6944-AE7C-9CB641BFD4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charts/chart1.xml" Type="http://schemas.openxmlformats.org/officeDocument/2006/relationships/chart"/></Relationships>
</file>

<file path=ppt/slides/_rels/slide2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charts/chart2.xml" Type="http://schemas.openxmlformats.org/officeDocument/2006/relationships/chart"/></Relationships>
</file>

<file path=ppt/slides/_rels/slide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charts/chart3.xml" Type="http://schemas.openxmlformats.org/officeDocument/2006/relationships/chart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My Pie Chart</a:t>
            </a:r>
            <a:endParaRPr dirty="0" lang="ru-RU"/>
          </a:p>
        </p:txBody>
      </p:sp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374107684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2224918824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5B16F-F59E-7AC0-4159-EE83C68C0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lang="en-US"/>
              <a:t>My chart</a:t>
            </a:r>
            <a:br>
              <a:rPr dirty="0" lang="en-US"/>
            </a:br>
            <a:endParaRPr dirty="0" lang="en-US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90CD357-45EB-A23E-EA3C-FB995E37B3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0356952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4034939201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2581F-E022-2024-3B59-6C9AC1E8D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 lang="en-US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DCB2911-F32D-2C15-28FB-F4C82BFDDC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908987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1685147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</TotalTime>
  <Words>9</Words>
  <Application>Microsoft Macintosh PowerPoint</Application>
  <PresentationFormat>On-screen Show (4:3)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My Pie Chart</vt:lpstr>
      <vt:lpstr>My chart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creator>yegor</dc:creator>
  <cp:lastModifiedBy>andrew hinton</cp:lastModifiedBy>
  <dcterms:modified xsi:type="dcterms:W3CDTF">2026-01-19T01:59:27Z</dcterms:modified>
  <cp:revision>6</cp:revision>
  <dc:title>My Pie Chart</dc:title>
</cp:coreProperties>
</file>
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54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presProps.xml" Type="http://schemas.openxmlformats.org/officeDocument/2006/relationships/presProps"/><Relationship Id="rId4" Target="viewProps.xml" Type="http://schemas.openxmlformats.org/officeDocument/2006/relationships/viewProps"/><Relationship Id="rId5" Target="theme/theme1.xml" Type="http://schemas.openxmlformats.org/officeDocument/2006/relationships/theme"/><Relationship Id="rId6" Target="tableStyles.xml" Type="http://schemas.openxmlformats.org/officeDocument/2006/relationships/tableStyles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/>
      </c:tx>
      <c:layout/>
      <c:overlay val="false"/>
    </c:title>
    <c:autoTitleDeleted val="0"/>
    <c:plotArea>
      <c:layout/>
      <c:pieChart>
        <c:varyColors val="1"/>
        <c:ser>
          <c:idx val="0"/>
          <c:order val="0"/>
          <c:tx>
            <c:strRef>
              <c:f>Sheet0!$B$1</c:f>
              <c:strCache>
                <c:ptCount val="1"/>
                <c:pt idx="0">
                  <c:v>My Chart</c:v>
                </c:pt>
              </c:strCache>
            </c:strRef>
          </c:tx>
          <c:dLbls>
            <c:dLblPos val="outEnd"/>
            <c:showLegendKey val="false"/>
            <c:showPercent val="true"/>
          </c:dLbls>
          <c:cat>
            <c:strRef>
              <c:f>Sheet0!$A$2:$A$5</c:f>
              <c:strCache>
                <c:ptCount val="4"/>
                <c:pt idx="0">
                  <c:v>First</c:v>
                </c:pt>
                <c:pt idx="1">
                  <c:v>Second</c:v>
                </c:pt>
                <c:pt idx="2">
                  <c:v>Third</c:v>
                </c:pt>
                <c:pt idx="3">
                  <c:v>Aah</c:v>
                </c:pt>
              </c:strCache>
            </c:strRef>
          </c:cat>
          <c:val>
            <c:numRef>
              <c:f>Sheet0!$B$2:$B$5</c:f>
              <c:numCache>
                <c:formatCode>General</c:formatCode>
                <c:ptCount val="4"/>
                <c:pt idx="0">
                  <c:v>1.0</c:v>
                </c:pt>
                <c:pt idx="1">
                  <c:v>3.0</c:v>
                </c:pt>
                <c:pt idx="2">
                  <c:v>4.0</c:v>
                </c:pt>
                <c:pt idx="3">
                  <c:v>5.0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pie3DChart>
        <c:varyColors val="true"/>
      </c:pie3D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charts/chart1.xml" Type="http://schemas.openxmlformats.org/officeDocument/2006/relationships/char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My Pie Chart</a:t>
            </a:r>
            <a:endParaRPr dirty="0" lang="ru-RU"/>
          </a:p>
        </p:txBody>
      </p:sp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374107684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2224918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My Pie Chart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yegor</dc:creator>
  <cp:lastModifiedBy>Yegor Kozlov</cp:lastModifiedBy>
  <dcterms:modified xsi:type="dcterms:W3CDTF">2012-09-01T09:09:07Z</dcterms:modified>
  <cp:revision>2</cp:revision>
  <dc:title>My Pie Chart</dc:title>
</cp:coreProperties>
</file>
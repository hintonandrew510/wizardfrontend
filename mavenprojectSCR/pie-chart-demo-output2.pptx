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en-US"/>
              <a:t>summary</a:t>
            </a:r>
            <a:endParaRPr lang="en-US" sz="1100"/>
          </a:p>
        </c:rich>
      </c:tx>
      <c:layout/>
      <c:overlay val="false"/>
    </c:title>
    <c:autoTitleDeleted val="false"/>
    <c:plotArea>
      <c:layout/>
      <c:pie3DChart>
        <c:varyColors val="true"/>
        <c:ser>
          <c:idx val="0"/>
          <c:order val="0"/>
          <c:dPt>
            <c:idx val="0"/>
            <c:spPr>
              <a:solidFill>
                <a:srgbClr val="7F7FFF"/>
              </a:solidFill>
            </c:spPr>
          </c:dPt>
          <c:dPt>
            <c:idx val="1"/>
            <c:spPr>
              <a:solidFill>
                <a:srgbClr val="FF7F7F"/>
              </a:solidFill>
            </c:spPr>
          </c:dPt>
          <c:dPt>
            <c:idx val="2"/>
            <c:spPr>
              <a:solidFill>
                <a:srgbClr val="7F7F7F"/>
              </a:solidFill>
            </c:spPr>
          </c:dPt>
          <c:dLbls>
            <c:showLegendKey val="false"/>
            <c:showVal val="false"/>
            <c:showCatName val="false"/>
            <c:showSerName val="false"/>
            <c:showPercent val="true"/>
            <c:showBubbleSize val="false"/>
            <c:showLeaderLines val="false"/>
          </c:dLbls>
          <c:cat>
            <c:strRef>
              <c:f>piechart!$A$1:$C$1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piechart!$A$2:$C$2</c:f>
              <c:numCache>
                <c:ptCount val="3"/>
                <c:pt idx="0">
                  <c:v>5.0</c:v>
                </c:pt>
                <c:pt idx="1">
                  <c:v>10.0</c:v>
                </c:pt>
                <c:pt idx="2">
                  <c:v>34.0</c:v>
                </c:pt>
              </c:numCache>
            </c:numRef>
          </c:val>
        </c:ser>
      </c:pie3DChart>
    </c:plotArea>
    <c:legend>
      <c:legendPos val="t"/>
      <c:overlay val="false"/>
    </c:legend>
    <c:plotVisOnly val="true"/>
  </c:chart>
  <c:externalData r:id="rId1"/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1.xml" Type="http://schemas.openxmlformats.org/officeDocument/2006/relationships/char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
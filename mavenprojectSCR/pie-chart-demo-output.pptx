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vnd.openxmlformats-officedocument.spreadsheetml.sheet" Extension="xlsx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drawingml.chart+xml" PartName="/ppt/charts/chart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54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slides/slide1.xml" Type="http://schemas.openxmlformats.org/officeDocument/2006/relationships/slide"/><Relationship Id="rId3" Target="presProps.xml" Type="http://schemas.openxmlformats.org/officeDocument/2006/relationships/presProps"/><Relationship Id="rId4" Target="viewProps.xml" Type="http://schemas.openxmlformats.org/officeDocument/2006/relationships/viewProps"/><Relationship Id="rId5" Target="theme/theme1.xml" Type="http://schemas.openxmlformats.org/officeDocument/2006/relationships/theme"/><Relationship Id="rId6" Target="tableStyles.xml" Type="http://schemas.openxmlformats.org/officeDocument/2006/relationships/tableStyles"/></Relationships>
</file>

<file path=ppt/charts/_rels/chart1.xml.rels><?xml version="1.0" encoding="UTF-8" standalone="yes"?><Relationships xmlns="http://schemas.openxmlformats.org/package/2006/relationships"><Relationship Id="rId1" Target="../embeddings/Microsoft_Excel_Worksheet1.xlsx" Type="http://schemas.openxmlformats.org/officeDocument/2006/relationships/package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Sheet0!$B$1</c:f>
              <c:strCache>
                <c:ptCount val="1"/>
                <c:pt idx="0">
                  <c:v>My Chart</c:v>
                </c:pt>
              </c:strCache>
            </c:strRef>
          </c:tx>
          <c:cat>
            <c:strRef>
              <c:f>Sheet0!$A$2:$A$5</c:f>
              <c:strCache>
                <c:ptCount val="4"/>
                <c:pt idx="0">
                  <c:v>First</c:v>
                </c:pt>
                <c:pt idx="1">
                  <c:v>Second</c:v>
                </c:pt>
                <c:pt idx="2">
                  <c:v>Third</c:v>
                </c:pt>
                <c:pt idx="3">
                  <c:v>Aah</c:v>
                </c:pt>
              </c:strCache>
            </c:strRef>
          </c:cat>
          <c:val>
            <c:numRef>
              <c:f>Sheet0!$B$2:$B$5</c:f>
              <c:numCache>
                <c:formatCode>General</c:formatCode>
                <c:ptCount val="4"/>
                <c:pt idx="0">
                  <c:v>1.0</c:v>
                </c:pt>
                <c:pt idx="1">
                  <c:v>3.0</c:v>
                </c:pt>
                <c:pt idx="2">
                  <c:v>4.0</c:v>
                </c:pt>
                <c:pt idx="3">
                  <c:v>5.0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charts/chart1.xml" Type="http://schemas.openxmlformats.org/officeDocument/2006/relationships/chart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 smtClean="0"/>
              <a:t>My Pie Chart</a:t>
            </a:r>
            <a:endParaRPr dirty="0" lang="ru-RU"/>
          </a:p>
        </p:txBody>
      </p:sp>
      <p:graphicFrame>
        <p:nvGraphicFramePr>
          <p:cNvPr id="2" name="Chart 1"/>
          <p:cNvGraphicFramePr/>
          <p:nvPr>
            <p:extLst>
              <p:ext uri="{D42A27DB-BD31-4B8C-83A1-F6EECF244321}">
                <p14:modId xmlns:p14="http://schemas.microsoft.com/office/powerpoint/2010/main" val="374107684"/>
              </p:ext>
            </p:extLst>
          </p:nvPr>
        </p:nvGraphicFramePr>
        <p:xfrm>
          <a:off x="1524000" y="1397000"/>
          <a:ext cx="6096000" cy="4064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  <p:extLst>
      <p:ext uri="{BB962C8B-B14F-4D97-AF65-F5344CB8AC3E}">
        <p14:creationId xmlns:p14="http://schemas.microsoft.com/office/powerpoint/2010/main" val="2224918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My Pie Chart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creator>yegor</dc:creator>
  <cp:lastModifiedBy>Yegor Kozlov</cp:lastModifiedBy>
  <dcterms:modified xsi:type="dcterms:W3CDTF">2012-09-01T09:09:07Z</dcterms:modified>
  <cp:revision>2</cp:revision>
  <dc:title>My Pie Chart</dc:title>
</cp:coreProperties>
</file>
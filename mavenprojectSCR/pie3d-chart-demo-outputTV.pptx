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1"/>
    <p:restoredTop sz="94724"/>
  </p:normalViewPr>
  <p:slideViewPr>
    <p:cSldViewPr>
      <p:cViewPr varScale="1">
        <p:scale>
          <a:sx n="83" d="100"/>
          <a:sy n="83" d="100"/>
        </p:scale>
        <p:origin x="1872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style1.xml" Type="http://schemas.microsoft.com/office/2011/relationships/chartStyle"/><Relationship Id="rId2" Target="colors1.xml" Type="http://schemas.microsoft.com/office/2011/relationships/chartColorStyle"/><Relationship Id="rId3" Target="../embeddings/Microsoft_Excel_Worksheet1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style2.xml" Type="http://schemas.microsoft.com/office/2011/relationships/chartStyle"/><Relationship Id="rId2" Target="colors2.xml" Type="http://schemas.microsoft.com/office/2011/relationships/chartColorStyle"/><Relationship Id="rId3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false"/>
    </c:title>
    <c:autoTitleDeleted val="0"/>
    <c:plotArea>
      <c:layout/>
      <c:pieChart>
        <c:varyColors val="1"/>
        <c:ser>
          <c:idx val="0"/>
          <c:order val="0"/>
          <c:tx>
            <c:strRef>
              <c:f>Sheet0!$B$1</c:f>
              <c:strCache>
                <c:ptCount val="1"/>
                <c:pt idx="0">
                  <c:v>My Chart</c:v>
                </c:pt>
              </c:strCache>
            </c:strRef>
          </c:tx>
          <c:dLbls>
            <c:dLblPos val="outEnd"/>
            <c:showLegendKey val="false"/>
            <c:showPercent val="true"/>
          </c:dLbls>
          <c:cat>
            <c:strRef>
              <c:f>Sheet0!$A$2:$A$5</c:f>
              <c:strCache>
                <c:ptCount val="4"/>
                <c:pt idx="0">
                  <c:v>First</c:v>
                </c:pt>
                <c:pt idx="1">
                  <c:v>Second</c:v>
                </c:pt>
                <c:pt idx="2">
                  <c:v>Third</c:v>
                </c:pt>
                <c:pt idx="3">
                  <c:v>Aah</c:v>
                </c:pt>
              </c:strCache>
            </c:strRef>
          </c:cat>
          <c:val>
            <c:numRef>
              <c:f>Sheet0!$B$2:$B$5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2-0D46-B8EC-9A6218988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pie3DChart>
        <c:varyColors val="true"/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F6-6542-AF28-91493A616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E-6944-AE7C-9CB641BFD4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3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My Pie Chart</a:t>
            </a:r>
            <a:endParaRPr dirty="0" lang="ru-RU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7410768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B16F-F59E-7AC0-4159-EE83C68C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lang="en-US"/>
              <a:t>My chart</a:t>
            </a:r>
            <a:br>
              <a:rPr dirty="0" lang="en-US"/>
            </a:br>
            <a:endParaRPr dirty="0"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0CD357-45EB-A23E-EA3C-FB995E37B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35695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03493920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581F-E022-2024-3B59-6C9AC1E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CB2911-F32D-2C15-28FB-F4C82BFDD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0898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168514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9</Words>
  <Application>Microsoft Macintosh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My Pie Chart</vt:lpstr>
      <vt:lpstr>My chart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yegor</dc:creator>
  <cp:lastModifiedBy>andrew hinton</cp:lastModifiedBy>
  <dcterms:modified xsi:type="dcterms:W3CDTF">2026-01-19T01:59:27Z</dcterms:modified>
  <cp:revision>6</cp:revision>
  <dc:title>My Pie Chart</dc:title>
</cp:coreProperties>
</file>
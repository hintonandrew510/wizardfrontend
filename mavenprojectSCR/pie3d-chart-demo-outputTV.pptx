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vnd.openxmlformats-officedocument.spreadsheetml.sheet" Extension="xlsx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drawingml.chart+xml" PartName="/ppt/charts/chart1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ms-office.chartcolorstyle+xml" PartName="/ppt/charts/colors1.xml"/>
  <Override ContentType="application/vnd.ms-office.chartcolorstyle+xml" PartName="/ppt/charts/colors2.xml"/>
  <Override ContentType="application/vnd.ms-office.chartstyle+xml" PartName="/ppt/charts/style1.xml"/>
  <Override ContentType="application/vnd.ms-office.chartstyle+xml" PartName="/ppt/charts/style2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259"/>
    <p:restoredTop sz="94724"/>
  </p:normalViewPr>
  <p:slideViewPr>
    <p:cSldViewPr>
      <p:cViewPr varScale="1">
        <p:scale>
          <a:sx n="97" d="100"/>
          <a:sy n="97" d="100"/>
        </p:scale>
        <p:origin x="124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presProps.xml" Type="http://schemas.openxmlformats.org/officeDocument/2006/relationships/presProps"/><Relationship Id="rId6" Target="viewProps.xml" Type="http://schemas.openxmlformats.org/officeDocument/2006/relationships/viewProps"/><Relationship Id="rId7" Target="theme/theme1.xml" Type="http://schemas.openxmlformats.org/officeDocument/2006/relationships/theme"/><Relationship Id="rId8" Target="tableStyles.xml" Type="http://schemas.openxmlformats.org/officeDocument/2006/relationships/tableStyles"/></Relationships>
</file>

<file path=ppt/charts/_rels/chart1.xml.rels><?xml version="1.0" encoding="UTF-8" standalone="yes"?><Relationships xmlns="http://schemas.openxmlformats.org/package/2006/relationships"><Relationship Id="rId1" Target="../embeddings/Microsoft_Excel_Worksheet.xlsx" Type="http://schemas.openxmlformats.org/officeDocument/2006/relationships/package"/></Relationships>
</file>

<file path=ppt/charts/_rels/chart2.xml.rels><?xml version="1.0" encoding="UTF-8" standalone="yes"?><Relationships xmlns="http://schemas.openxmlformats.org/package/2006/relationships"><Relationship Id="rId1" Target="style1.xml" Type="http://schemas.microsoft.com/office/2011/relationships/chartStyle"/><Relationship Id="rId2" Target="colors1.xml" Type="http://schemas.microsoft.com/office/2011/relationships/chartColorStyle"/><Relationship Id="rId3" Target="../embeddings/Microsoft_Excel_Worksheet1.xlsx" Type="http://schemas.openxmlformats.org/officeDocument/2006/relationships/package"/></Relationships>
</file>

<file path=ppt/charts/_rels/chart3.xml.rels><?xml version="1.0" encoding="UTF-8" standalone="yes"?><Relationships xmlns="http://schemas.openxmlformats.org/package/2006/relationships"><Relationship Id="rId1" Target="style2.xml" Type="http://schemas.microsoft.com/office/2011/relationships/chartStyle"/><Relationship Id="rId2" Target="colors2.xml" Type="http://schemas.microsoft.com/office/2011/relationships/chartColorStyle"/><Relationship Id="rId3" Target="../embeddings/Microsoft_Excel_Worksheet2.xlsx" Type="http://schemas.openxmlformats.org/officeDocument/2006/relationships/package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false"/>
    </c:title>
    <c:autoTitleDeleted val="0"/>
    <c:plotArea>
      <c:layout/>
      <c:pieChart>
        <c:varyColors val="1"/>
        <c:ser>
          <c:idx val="0"/>
          <c:order val="0"/>
          <c:tx>
            <c:strRef>
              <c:f>Sheet0!$B$1</c:f>
              <c:strCache>
                <c:ptCount val="1"/>
                <c:pt idx="0">
                  <c:v>My Chart</c:v>
                </c:pt>
              </c:strCache>
            </c:strRef>
          </c:tx>
          <c:dLbls>
            <c:dLblPos val="outEnd"/>
            <c:showLegendKey val="false"/>
            <c:showPercent val="true"/>
          </c:dLbls>
          <c:cat>
            <c:strRef>
              <c:f>Sheet0!$A$2:$A$5</c:f>
              <c:strCache>
                <c:ptCount val="4"/>
                <c:pt idx="0">
                  <c:v>First</c:v>
                </c:pt>
                <c:pt idx="1">
                  <c:v>Second</c:v>
                </c:pt>
                <c:pt idx="2">
                  <c:v>Third</c:v>
                </c:pt>
                <c:pt idx="3">
                  <c:v>Aah</c:v>
                </c:pt>
              </c:strCache>
            </c:strRef>
          </c:cat>
          <c:val>
            <c:numRef>
              <c:f>Sheet0!$B$2:$B$5</c:f>
              <c:numCache>
                <c:formatCode>General</c:formatCode>
                <c:ptCount val="4"/>
                <c:pt idx="0">
                  <c:v>1.0</c:v>
                </c:pt>
                <c:pt idx="1">
                  <c:v>3.0</c:v>
                </c:pt>
                <c:pt idx="2">
                  <c:v>4.0</c:v>
                </c:pt>
                <c:pt idx="3">
                  <c:v>5.0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412-0D46-B8EC-9A6218988C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pieChart>
        <c:varyColors val="true"/>
      </c:pieChart>
    </c:plotArea>
    <c:legend>
      <c:legendPos val="r"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ru-RU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pie3D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6801-A642-B70E-EBF04B6989E0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6801-A642-B70E-EBF04B6989E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6801-A642-B70E-EBF04B6989E0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6801-A642-B70E-EBF04B6989E0}"/>
              </c:ext>
            </c:extLst>
          </c:dPt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EF6-6542-AF28-91493A6168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pie3D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54C5-8349-9BDA-63C7AA184D30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54C5-8349-9BDA-63C7AA184D3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54C5-8349-9BDA-63C7AA184D30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54C5-8349-9BDA-63C7AA184D30}"/>
              </c:ext>
            </c:extLst>
          </c:dPt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82E-6944-AE7C-9CB641BFD4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6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6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charts/chart1.xml" Type="http://schemas.openxmlformats.org/officeDocument/2006/relationships/chart"/></Relationships>
</file>

<file path=ppt/slides/_rels/slide2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charts/chart2.xml" Type="http://schemas.openxmlformats.org/officeDocument/2006/relationships/chart"/></Relationships>
</file>

<file path=ppt/slides/_rels/slide3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charts/chart3.xml" Type="http://schemas.openxmlformats.org/officeDocument/2006/relationships/chart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/>
              <a:t>My Pie Chart</a:t>
            </a:r>
            <a:endParaRPr dirty="0" lang="ru-RU"/>
          </a:p>
        </p:txBody>
      </p:sp>
      <p:graphicFrame>
        <p:nvGraphicFramePr>
          <p:cNvPr id="2" name="Chart 1"/>
          <p:cNvGraphicFramePr/>
          <p:nvPr>
            <p:extLst>
              <p:ext uri="{D42A27DB-BD31-4B8C-83A1-F6EECF244321}">
                <p14:modId xmlns:p14="http://schemas.microsoft.com/office/powerpoint/2010/main" val="374107684"/>
              </p:ext>
            </p:extLst>
          </p:nvPr>
        </p:nvGraphicFramePr>
        <p:xfrm>
          <a:off x="1524000" y="1397000"/>
          <a:ext cx="6096000" cy="4064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xmlns:p14="http://schemas.microsoft.com/office/powerpoint/2010/main" val="2224918824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5B16F-F59E-7AC0-4159-EE83C68C0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 lang="en-US"/>
              <a:t>My chart</a:t>
            </a:r>
            <a:br>
              <a:rPr dirty="0" lang="en-US"/>
            </a:br>
            <a:endParaRPr dirty="0" lang="en-US"/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890CD357-45EB-A23E-EA3C-FB995E37B30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60356952"/>
              </p:ext>
            </p:extLst>
          </p:nvPr>
        </p:nvGraphicFramePr>
        <p:xfrm>
          <a:off x="1524000" y="1397000"/>
          <a:ext cx="6096000" cy="4064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xmlns:p14="http://schemas.microsoft.com/office/powerpoint/2010/main" val="4034939201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2581F-E022-2024-3B59-6C9AC1E8D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dirty="0" lang="en-US"/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DDCB2911-F32D-2C15-28FB-F4C82BFDDC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0908987"/>
              </p:ext>
            </p:extLst>
          </p:nvPr>
        </p:nvGraphicFramePr>
        <p:xfrm>
          <a:off x="1524000" y="1397000"/>
          <a:ext cx="6096000" cy="4064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xmlns:p14="http://schemas.microsoft.com/office/powerpoint/2010/main" val="16851475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849</TotalTime>
  <Words>10</Words>
  <Application>Microsoft Macintosh PowerPoint</Application>
  <PresentationFormat>On-screen Show (4:3)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My Pie Chart</vt:lpstr>
      <vt:lpstr>My chart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yegor</dc:creator>
  <cp:lastModifiedBy>andrew hinton</cp:lastModifiedBy>
  <dcterms:modified xsi:type="dcterms:W3CDTF">2026-01-19T19:30:10Z</dcterms:modified>
  <cp:revision>8</cp:revision>
  <dc:title>My Pie Chart</dc:title>
</cp:coreProperties>
</file>
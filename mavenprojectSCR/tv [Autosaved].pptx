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7"/>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Average sale (ticket, transaction, invoice)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Gross profit margin on average sale (sale less closing costs)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Closing or conversion rate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Projected prospect value (=A*B*C)=</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Client base monthly advertising investment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Monthly prospects needed to pay for advertising  investment (=E/D)=</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Monthly # of sales from prospects needed to break even (=F*C)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Gross sales per month needed to break even (=G*A)=</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Number of months to run </a:t>
            </a:r>
            <a:r>
              <a:rPr lang="en" sz="1300" b="1" dirty="0">
                <a:solidFill>
                  <a:schemeClr val="dk1"/>
                </a:solidFill>
              </a:rPr>
              <a:t>in </a:t>
            </a:r>
            <a:r>
              <a:rPr lang="en" sz="1300" b="1" dirty="0">
                <a:solidFill>
                  <a:schemeClr val="dk1"/>
                </a:solidFill>
                <a:latin typeface="Verdana"/>
                <a:ea typeface="Verdana"/>
                <a:cs typeface="Verdana"/>
                <a:sym typeface="Verdana"/>
              </a:rPr>
              <a:t>proposed marketing plan =</a:t>
            </a:r>
            <a:endParaRPr sz="1300" b="1" dirty="0">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dirty="0">
                <a:solidFill>
                  <a:schemeClr val="dk1"/>
                </a:solidFill>
                <a:latin typeface="Verdana"/>
                <a:ea typeface="Verdana"/>
                <a:cs typeface="Verdana"/>
                <a:sym typeface="Verdana"/>
              </a:rPr>
              <a:t>Additional gross sales per year needed to break even (=H*I)= </a:t>
            </a:r>
            <a:endParaRPr sz="1300" b="1" dirty="0">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89"/>
            <a:ext cx="1241400" cy="4698443"/>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latin typeface="Verdana"/>
                <a:ea typeface="Verdana"/>
                <a:cs typeface="Verdana"/>
                <a:sym typeface="Verdana"/>
              </a:rPr>
              <a:t>planAAverag</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planAProspc</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planAGrossA</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hI</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a_prospectsNeededToBreakEven</a:t>
            </a:r>
            <a:endParaRPr sz="1300" dirty="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planAMonthlDigitalInvestment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planACostPerThousand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planAClosingPctNumber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planAClickThroughRate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planASalesConversionPercentage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Conversions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planACostPerConversion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planAProjectedGrossProfit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err="1">
                <a:solidFill>
                  <a:schemeClr val="dk1"/>
                </a:solidFill>
                <a:latin typeface="Verdana"/>
                <a:ea typeface="Verdana"/>
                <a:cs typeface="Verdana"/>
                <a:sym typeface="Verdana"/>
              </a:rPr>
              <a:t>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err="1">
                <a:solidFill>
                  <a:schemeClr val="dk1"/>
                </a:solidFill>
                <a:latin typeface="Verdana"/>
                <a:ea typeface="Verdana"/>
                <a:cs typeface="Verdana"/>
                <a:sym typeface="Verdana"/>
              </a:rPr>
              <a:t>clientBusinessName</a:t>
            </a:r>
            <a:endParaRPr sz="2400" b="1" dirty="0">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dirty="0">
                <a:solidFill>
                  <a:schemeClr val="dk1"/>
                </a:solidFill>
                <a:latin typeface="Verdana"/>
                <a:ea typeface="Verdana"/>
                <a:cs typeface="Verdana"/>
                <a:sym typeface="Verdana"/>
              </a:rPr>
              <a:t>Brand Equity Schedule </a:t>
            </a:r>
            <a:endParaRPr sz="2000" b="1" dirty="0">
              <a:solidFill>
                <a:schemeClr val="dk1"/>
              </a:solidFill>
              <a:latin typeface="Verdana"/>
              <a:ea typeface="Verdana"/>
              <a:cs typeface="Verdana"/>
              <a:sym typeface="Verdana"/>
            </a:endParaRPr>
          </a:p>
          <a:p>
            <a:pPr marL="0" lvl="0" indent="0" algn="ctr" rtl="0">
              <a:spcBef>
                <a:spcPts val="0"/>
              </a:spcBef>
              <a:spcAft>
                <a:spcPts val="0"/>
              </a:spcAft>
              <a:buNone/>
            </a:pPr>
            <a:r>
              <a:rPr lang="en" sz="2000" b="1" dirty="0">
                <a:solidFill>
                  <a:schemeClr val="dk1"/>
                </a:solidFill>
                <a:latin typeface="Verdana"/>
                <a:ea typeface="Verdana"/>
                <a:cs typeface="Verdana"/>
                <a:sym typeface="Verdana"/>
              </a:rPr>
              <a:t>Monthly Station Summary</a:t>
            </a:r>
            <a:endParaRPr sz="2000" b="1" dirty="0">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planAMonthl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planBCostP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planCM</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planDC</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planEM</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planFPC</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planGSC</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planHN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planICP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planJGP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planKMG</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planLMR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planMMR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dirty="0">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dirty="0">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43615</TotalTime>
  <Words>28484</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65</cp:revision>
  <dcterms:modified xsi:type="dcterms:W3CDTF">2026-06-14T23:33:00Z</dcterms:modified>
</cp:coreProperties>
</file>
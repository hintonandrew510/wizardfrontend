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70000" y="1270000"/>
          <a:ext cx="5715000" cy="1905000"/>
        </p:xfrm>
        <a:graphic>
          <a:graphicData uri="http://schemas.openxmlformats.org/drawingml/2006/table">
            <a:tbl>
              <a:tblPr/>
              <a:tblGrid>
                <a:gridCol w="1270000"/>
                <a:gridCol w="2540000"/>
                <a:gridCol w="1905000"/>
              </a:tblGrid>
              <a:tr h="381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9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91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Alice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Developer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Bob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Manager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3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Charlie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Designer</a:t>
                      </a:r>
                      <a:endParaRPr lang="en-US" sz="1100"/>
                    </a:p>
                  </a:txBody>
                  <a:tcPr>
                    <a:lnL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
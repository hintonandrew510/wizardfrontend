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package.relationships+xml" PartName="/_rels/.rels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custom-properties+xml" PartName="/docProps/custom.xml"/>
  <Override ContentType="application/vnd.openxmlformats-package.relationships+xml" PartName="/ppt/_rels/presentation.xml.rels"/>
  <Override ContentType="application/vnd.openxmlformats-officedocument.drawingml.chart+xml" PartName="/ppt/charts/chart1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package.relationships+xml" PartName="/ppt/slideLayouts/_rels/slideLayout1.xml.rels"/>
  <Override ContentType="application/vnd.openxmlformats-package.relationships+xml" PartName="/ppt/slideLayouts/_rels/slideLayout2.xml.rels"/>
  <Override ContentType="application/vnd.openxmlformats-package.relationships+xml" PartName="/ppt/slideLayouts/_rels/slideLayout3.xml.rels"/>
  <Override ContentType="application/vnd.openxmlformats-package.relationships+xml" PartName="/ppt/slideLayouts/_rels/slideLayout4.xml.rels"/>
  <Override ContentType="application/vnd.openxmlformats-package.relationships+xml" PartName="/ppt/slideLayouts/_rels/slideLayout5.xml.rels"/>
  <Override ContentType="application/vnd.openxmlformats-package.relationships+xml" PartName="/ppt/slideLayouts/_rels/slideLayout6.xml.rels"/>
  <Override ContentType="application/vnd.openxmlformats-package.relationships+xml" PartName="/ppt/slideLayouts/_rels/slideLayout7.xml.rels"/>
  <Override ContentType="application/vnd.openxmlformats-package.relationships+xml" PartName="/ppt/slideLayouts/_rels/slideLayout8.xml.rels"/>
  <Override ContentType="application/vnd.openxmlformats-package.relationships+xml" PartName="/ppt/slideLayouts/_rels/slideLayout9.xml.rels"/>
  <Override ContentType="application/vnd.openxmlformats-package.relationships+xml" PartName="/ppt/slideLayouts/_rels/slideLayout10.xml.rels"/>
  <Override ContentType="application/vnd.openxmlformats-package.relationships+xml" PartName="/ppt/slideLayouts/_rels/slideLayout11.xml.rels"/>
  <Override ContentType="application/vnd.openxmlformats-package.relationships+xml" PartName="/ppt/slideLayouts/_rels/slideLayout12.xml.rels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package.relationships+xml" PartName="/ppt/slideMasters/_rels/slideMaster1.xml.rels"/>
  <Override ContentType="application/vnd.openxmlformats-officedocument.presentationml.slideMaster+xml" PartName="/ppt/slideMasters/slideMaster1.xml"/>
  <Override ContentType="application/vnd.openxmlformats-package.relationships+xml" PartName="/ppt/slides/_rels/slide1.xml.rels"/>
  <Override ContentType="application/vnd.openxmlformats-package.relationships+xml" PartName="/ppt/slides/_rels/slide2.xml.rels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theme+xml" PartName="/ppt/theme/theme1.xml"/>
</Types>
</file>

<file path=_rels/.rels><?xml version="1.0" encoding="UTF-8" standalone="yes"?><Relationships xmlns="http://schemas.openxmlformats.org/package/2006/relationships"><Relationship Id="rId1" Target="docProps/core.xml" Type="http://schemas.openxmlformats.org/package/2006/relationships/metadata/core-properties"/><Relationship Id="rId2" Target="docProps/app.xml" Type="http://schemas.openxmlformats.org/officeDocument/2006/relationships/extended-properties"/><Relationship Id="rId3" Target="docProps/custom.xml" Type="http://schemas.openxmlformats.org/officeDocument/2006/relationships/custom-properties"/><Relationship Id="rId4" Target="ppt/presentation.xml" Type="http://schemas.openxmlformats.org/officeDocument/2006/relationships/officeDocument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6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 standalone="yes"?><Relationships xmlns="http://schemas.openxmlformats.org/package/2006/relationships"><Relationship Id="rId1" Target="theme/theme1.xml" Type="http://schemas.openxmlformats.org/officeDocument/2006/relationships/theme"/><Relationship Id="rId2" Target="slideMasters/slideMaster1.xml" Type="http://schemas.openxmlformats.org/officeDocument/2006/relationships/slideMaster"/><Relationship Id="rId3" Target="slides/slide1.xml" Type="http://schemas.openxmlformats.org/officeDocument/2006/relationships/slide"/><Relationship Id="rId4" Target="slides/slide2.xml" Type="http://schemas.openxmlformats.org/officeDocument/2006/relationships/slide"/><Relationship Id="rId5" Target="presProps.xml" Type="http://schemas.openxmlformats.org/officeDocument/2006/relationships/presProps"/><Relationship Id="rId6" Target="slides/slide3.xml" Type="http://schemas.openxmlformats.org/officeDocument/2006/relationships/slide"/></Relationships>
</file>

<file path=ppt/charts/_rels/chart2.xml.rels><?xml version="1.0" encoding="UTF-8" standalone="yes"?><Relationships xmlns="http://schemas.openxmlformats.org/package/2006/relationships"><Relationship Id="rId1" Target="../embeddings/Microsoft_Excel_Worksheet0.xlsx" Type="http://schemas.openxmlformats.org/officeDocument/2006/relationships/package"/></Relationships>
</file>

<file path=ppt/charts/_rels/chart3.xml.rels><?xml version="1.0" encoding="UTF-8" standalone="yes"?><Relationships xmlns="http://schemas.openxmlformats.org/package/2006/relationships"><Relationship Id="rId1" Target="../embeddings/Microsoft_Excel_Worksheet3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1" sz="2160" spc="-1" strike="noStrike">
                <a:solidFill>
                  <a:srgbClr val="000000"/>
                </a:solidFill>
                <a:latin typeface="Calibri"/>
              </a:defRPr>
            </a:pPr>
            <a:r>
              <a:rPr b="1" sz="2160" spc="-1" strike="noStrike">
                <a:solidFill>
                  <a:srgbClr val="000000"/>
                </a:solidFill>
                <a:latin typeface="Calibri"/>
              </a:rPr>
              <a:t>Sales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4f81bd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8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8.2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</c:ser>
        <c:gapWidth val="100"/>
        <c:overlap val="0"/>
        <c:axId val="41473753"/>
        <c:axId val="19749553"/>
      </c:barChart>
      <c:catAx>
        <c:axId val="41473753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8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19749553"/>
        <c:crosses val="autoZero"/>
        <c:auto val="1"/>
        <c:lblAlgn val="ctr"/>
        <c:lblOffset val="100"/>
        <c:noMultiLvlLbl val="0"/>
      </c:catAx>
      <c:valAx>
        <c:axId val="19749553"/>
        <c:scaling>
          <c:orientation val="minMax"/>
        </c:scaling>
        <c:delete val="0"/>
        <c:axPos val="l"/>
        <c:majorGridlines>
          <c:spPr>
            <a:ln w="9360">
              <a:solidFill>
                <a:srgbClr val="878787"/>
              </a:solidFill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8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41473753"/>
        <c:crosses val="autoZero"/>
        <c:crossBetween val="between"/>
      </c:valAx>
      <c:spPr>
        <a:noFill/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b="0" sz="1800" spc="-1" strike="noStrike">
              <a:solidFill>
                <a:srgbClr val="000000"/>
              </a:solidFill>
              <a:latin typeface="Calibri"/>
            </a:defRPr>
          </a:pPr>
        </a:p>
      </c:txPr>
    </c:legend>
    <c:plotVisOnly val="1"/>
    <c:dispBlanksAs val="gap"/>
  </c:chart>
  <c:spPr>
    <a:noFill/>
    <a:ln w="9360">
      <a:solidFill>
        <a:srgbClr val="d9d9d9"/>
      </a:solidFill>
      <a:round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anchor="t" rtlCol="false"/>
          <a:lstStyle/>
          <a:p>
            <a:pPr algn="l">
              <a:defRPr/>
            </a:pPr>
            <a:r>
              <a:rPr lang="en-US"/>
              <a:t>10 languages with most speakers as first language</a:t>
            </a:r>
            <a:endParaRPr lang="en-US" sz="1100"/>
          </a:p>
        </c:rich>
      </c:tx>
      <c:layout/>
      <c:txPr>
        <a:bodyPr/>
        <a:p>
          <a:pPr>
            <a:defRPr sz="1820"/>
          </a:pPr>
        </a:p>
      </c:txPr>
    </c:title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Sheet0!$B$1</c:f>
              <c:strCache>
                <c:ptCount val="1"/>
                <c:pt idx="0">
                  <c:v>countries</c:v>
                </c:pt>
              </c:strCache>
            </c:strRef>
          </c:tx>
          <c:spPr>
            <a:solidFill>
              <a:srgbClr val="004586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Sheet0!$A$2:$A$19</c:f>
              <c:strCache>
                <c:ptCount val="18"/>
                <c:pt idx="0">
                  <c:v>English1</c:v>
                </c:pt>
                <c:pt idx="1">
                  <c:v>Spanish1</c:v>
                </c:pt>
                <c:pt idx="2">
                  <c:v>English2</c:v>
                </c:pt>
                <c:pt idx="3">
                  <c:v>Spanish2</c:v>
                </c:pt>
                <c:pt idx="4">
                  <c:v>English3</c:v>
                </c:pt>
                <c:pt idx="5">
                  <c:v>Spanish3</c:v>
                </c:pt>
                <c:pt idx="6">
                  <c:v>English4</c:v>
                </c:pt>
                <c:pt idx="7">
                  <c:v>Spanish4</c:v>
                </c:pt>
                <c:pt idx="8">
                  <c:v>English5</c:v>
                </c:pt>
                <c:pt idx="9">
                  <c:v>Spanish5</c:v>
                </c:pt>
                <c:pt idx="10">
                  <c:v>English6</c:v>
                </c:pt>
                <c:pt idx="11">
                  <c:v>Spanish6</c:v>
                </c:pt>
                <c:pt idx="12">
                  <c:v>English7</c:v>
                </c:pt>
                <c:pt idx="13">
                  <c:v>Spanish7</c:v>
                </c:pt>
                <c:pt idx="14">
                  <c:v>English8</c:v>
                </c:pt>
                <c:pt idx="15">
                  <c:v>Spanish8</c:v>
                </c:pt>
                <c:pt idx="16">
                  <c:v>English9</c:v>
                </c:pt>
                <c:pt idx="17">
                  <c:v>Spanish9</c:v>
                </c:pt>
              </c:strCache>
            </c:strRef>
          </c:cat>
          <c:val>
            <c:numRef>
              <c:f>Sheet0!$B$2:$B$19</c:f>
              <c:numCache>
                <c:ptCount val="18"/>
                <c:pt idx="0">
                  <c:v>118.0</c:v>
                </c:pt>
                <c:pt idx="1">
                  <c:v>31.0</c:v>
                </c:pt>
                <c:pt idx="2">
                  <c:v>118.0</c:v>
                </c:pt>
                <c:pt idx="3">
                  <c:v>31.0</c:v>
                </c:pt>
                <c:pt idx="4">
                  <c:v>118.0</c:v>
                </c:pt>
                <c:pt idx="5">
                  <c:v>31.0</c:v>
                </c:pt>
                <c:pt idx="6">
                  <c:v>118.0</c:v>
                </c:pt>
                <c:pt idx="7">
                  <c:v>31.0</c:v>
                </c:pt>
                <c:pt idx="8">
                  <c:v>118.0</c:v>
                </c:pt>
                <c:pt idx="9">
                  <c:v>31.0</c:v>
                </c:pt>
                <c:pt idx="10">
                  <c:v>118.0</c:v>
                </c:pt>
                <c:pt idx="11">
                  <c:v>31.0</c:v>
                </c:pt>
                <c:pt idx="12">
                  <c:v>118.0</c:v>
                </c:pt>
                <c:pt idx="13">
                  <c:v>31.0</c:v>
                </c:pt>
                <c:pt idx="14">
                  <c:v>118.0</c:v>
                </c:pt>
                <c:pt idx="15">
                  <c:v>31.0</c:v>
                </c:pt>
                <c:pt idx="16">
                  <c:v>118.0</c:v>
                </c:pt>
                <c:pt idx="17">
                  <c:v>31.0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Column 2</c:v>
                </c:pt>
              </c:strCache>
            </c:strRef>
          </c:tx>
          <c:spPr>
            <a:solidFill>
              <a:srgbClr val="ff420e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Row 1</c:v>
                </c:pt>
                <c:pt idx="1">
                  <c:v>Row 2</c:v>
                </c:pt>
                <c:pt idx="2">
                  <c:v>Row 3</c:v>
                </c:pt>
                <c:pt idx="3">
                  <c:v>Row 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3.2</c:v>
                </c:pt>
                <c:pt idx="1">
                  <c:v>8.8</c:v>
                </c:pt>
                <c:pt idx="2">
                  <c:v>1.5</c:v>
                </c:pt>
                <c:pt idx="3">
                  <c:v>9.02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Column 3</c:v>
                </c:pt>
              </c:strCache>
            </c:strRef>
          </c:tx>
          <c:spPr>
            <a:solidFill>
              <a:srgbClr val="ffd320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Row 1</c:v>
                </c:pt>
                <c:pt idx="1">
                  <c:v>Row 2</c:v>
                </c:pt>
                <c:pt idx="2">
                  <c:v>Row 3</c:v>
                </c:pt>
                <c:pt idx="3">
                  <c:v>Row 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4.54</c:v>
                </c:pt>
                <c:pt idx="1">
                  <c:v>9.65</c:v>
                </c:pt>
                <c:pt idx="2">
                  <c:v>3.7</c:v>
                </c:pt>
                <c:pt idx="3">
                  <c:v>6.2</c:v>
                </c:pt>
              </c:numCache>
            </c:numRef>
          </c:val>
        </c:ser>
        <c:ser>
          <c:idx val="1"/>
          <c:order val="1"/>
          <c:tx>
            <c:strRef>
              <c:f>Sheet0!$C$1</c:f>
              <c:strCache>
                <c:ptCount val="1"/>
                <c:pt idx="0">
                  <c:v>speakers</c:v>
                </c:pt>
              </c:strCache>
            </c:strRef>
          </c:tx>
          <c:cat>
            <c:strRef>
              <c:f>Sheet0!$A$2:$A$19</c:f>
              <c:strCache>
                <c:ptCount val="18"/>
                <c:pt idx="0">
                  <c:v>English1</c:v>
                </c:pt>
                <c:pt idx="1">
                  <c:v>Spanish1</c:v>
                </c:pt>
                <c:pt idx="2">
                  <c:v>English2</c:v>
                </c:pt>
                <c:pt idx="3">
                  <c:v>Spanish2</c:v>
                </c:pt>
                <c:pt idx="4">
                  <c:v>English3</c:v>
                </c:pt>
                <c:pt idx="5">
                  <c:v>Spanish3</c:v>
                </c:pt>
                <c:pt idx="6">
                  <c:v>English4</c:v>
                </c:pt>
                <c:pt idx="7">
                  <c:v>Spanish4</c:v>
                </c:pt>
                <c:pt idx="8">
                  <c:v>English5</c:v>
                </c:pt>
                <c:pt idx="9">
                  <c:v>Spanish5</c:v>
                </c:pt>
                <c:pt idx="10">
                  <c:v>English6</c:v>
                </c:pt>
                <c:pt idx="11">
                  <c:v>Spanish6</c:v>
                </c:pt>
                <c:pt idx="12">
                  <c:v>English7</c:v>
                </c:pt>
                <c:pt idx="13">
                  <c:v>Spanish7</c:v>
                </c:pt>
                <c:pt idx="14">
                  <c:v>English8</c:v>
                </c:pt>
                <c:pt idx="15">
                  <c:v>Spanish8</c:v>
                </c:pt>
                <c:pt idx="16">
                  <c:v>English9</c:v>
                </c:pt>
                <c:pt idx="17">
                  <c:v>Spanish9</c:v>
                </c:pt>
              </c:strCache>
            </c:strRef>
          </c:cat>
          <c:val>
            <c:numRef>
              <c:f>Sheet0!$C$2:$C$19</c:f>
              <c:numCache>
                <c:ptCount val="18"/>
                <c:pt idx="0">
                  <c:v>378.0</c:v>
                </c:pt>
                <c:pt idx="1">
                  <c:v>442.0</c:v>
                </c:pt>
                <c:pt idx="2">
                  <c:v>378.0</c:v>
                </c:pt>
                <c:pt idx="3">
                  <c:v>442.0</c:v>
                </c:pt>
                <c:pt idx="4">
                  <c:v>378.0</c:v>
                </c:pt>
                <c:pt idx="5">
                  <c:v>442.0</c:v>
                </c:pt>
                <c:pt idx="6">
                  <c:v>378.0</c:v>
                </c:pt>
                <c:pt idx="7">
                  <c:v>442.0</c:v>
                </c:pt>
                <c:pt idx="8">
                  <c:v>378.0</c:v>
                </c:pt>
                <c:pt idx="9">
                  <c:v>442.0</c:v>
                </c:pt>
                <c:pt idx="10">
                  <c:v>378.0</c:v>
                </c:pt>
                <c:pt idx="11">
                  <c:v>442.0</c:v>
                </c:pt>
                <c:pt idx="12">
                  <c:v>378.0</c:v>
                </c:pt>
                <c:pt idx="13">
                  <c:v>442.0</c:v>
                </c:pt>
                <c:pt idx="14">
                  <c:v>378.0</c:v>
                </c:pt>
                <c:pt idx="15">
                  <c:v>442.0</c:v>
                </c:pt>
                <c:pt idx="16">
                  <c:v>378.0</c:v>
                </c:pt>
                <c:pt idx="17">
                  <c:v>442.0</c:v>
                </c:pt>
              </c:numCache>
            </c:numRef>
          </c:val>
        </c:ser>
        <c:gapWidth val="100"/>
        <c:overlap val="0"/>
        <c:axId val="48456155"/>
        <c:axId val="13400515"/>
      </c:barChart>
      <c:catAx>
        <c:axId val="48456155"/>
        <c:scaling>
          <c:orientation val="minMax"/>
        </c:scaling>
        <c:delete val="0"/>
        <c:axPos val="b"/>
        <c:numFmt formatCode="[$-409]mm/dd/yyyy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150" spc="-1" strike="noStrike">
                <a:latin typeface="Arial"/>
              </a:defRPr>
            </a:pPr>
          </a:p>
        </c:txPr>
        <c:crossAx val="13400515"/>
        <c:crosses val="autoZero"/>
        <c:auto val="1"/>
        <c:lblAlgn val="ctr"/>
        <c:lblOffset val="100"/>
        <c:noMultiLvlLbl val="0"/>
      </c:catAx>
      <c:valAx>
        <c:axId val="13400515"/>
        <c:scaling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48456155"/>
        <c:crosses val="autoZero"/>
        <c:crossBetween val="between"/>
      </c:valAx>
      <c:spPr>
        <a:noFill/>
        <a:ln w="0">
          <a:solidFill>
            <a:srgbClr val="b3b3b3"/>
          </a:solidFill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latin typeface="Arial"/>
            </a:defRPr>
          </a:pPr>
        </a:p>
      </c:txPr>
    </c:legend>
    <c:plotVisOnly val="1"/>
    <c:dispBlanksAs val="gap"/>
  </c:chart>
  <c:spPr>
    <a:noFill/>
    <a:ln w="0">
      <a:noFill/>
    </a:ln>
  </c:spPr>
  <c:externalData r:id="rId1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anchor="t" rtlCol="false"/>
          <a:lstStyle/>
          <a:p>
            <a:pPr algn="l">
              <a:defRPr/>
            </a:pPr>
            <a:r>
              <a:rPr lang="en-US"/>
              <a:t>10 languages with most speakers as first language</a:t>
            </a:r>
            <a:endParaRPr lang="en-US" sz="1100"/>
          </a:p>
        </c:rich>
      </c:tx>
      <c:layout/>
      <c:txPr>
        <a:bodyPr/>
        <a:p>
          <a:pPr>
            <a:defRPr sz="1820"/>
          </a:pPr>
        </a:p>
      </c:txPr>
    </c:title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Sheet0!$B$1</c:f>
              <c:strCache>
                <c:ptCount val="1"/>
                <c:pt idx="0">
                  <c:v>countries</c:v>
                </c:pt>
              </c:strCache>
            </c:strRef>
          </c:tx>
          <c:spPr>
            <a:solidFill>
              <a:srgbClr val="004586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Sheet0!$A$2:$A$19</c:f>
              <c:strCache>
                <c:ptCount val="18"/>
                <c:pt idx="0">
                  <c:v>English1</c:v>
                </c:pt>
                <c:pt idx="1">
                  <c:v>Spanish1</c:v>
                </c:pt>
                <c:pt idx="2">
                  <c:v>English2</c:v>
                </c:pt>
                <c:pt idx="3">
                  <c:v>Spanish2</c:v>
                </c:pt>
                <c:pt idx="4">
                  <c:v>English3</c:v>
                </c:pt>
                <c:pt idx="5">
                  <c:v>Spanish3</c:v>
                </c:pt>
                <c:pt idx="6">
                  <c:v>English4</c:v>
                </c:pt>
                <c:pt idx="7">
                  <c:v>Spanish4</c:v>
                </c:pt>
                <c:pt idx="8">
                  <c:v>English5</c:v>
                </c:pt>
                <c:pt idx="9">
                  <c:v>Spanish5</c:v>
                </c:pt>
                <c:pt idx="10">
                  <c:v>English6</c:v>
                </c:pt>
                <c:pt idx="11">
                  <c:v>Spanish6</c:v>
                </c:pt>
                <c:pt idx="12">
                  <c:v>English7</c:v>
                </c:pt>
                <c:pt idx="13">
                  <c:v>Spanish7</c:v>
                </c:pt>
                <c:pt idx="14">
                  <c:v>English8</c:v>
                </c:pt>
                <c:pt idx="15">
                  <c:v>Spanish8</c:v>
                </c:pt>
                <c:pt idx="16">
                  <c:v>English9</c:v>
                </c:pt>
                <c:pt idx="17">
                  <c:v>Spanish9</c:v>
                </c:pt>
              </c:strCache>
            </c:strRef>
          </c:cat>
          <c:val>
            <c:numRef>
              <c:f>Sheet0!$B$2:$B$19</c:f>
              <c:numCache>
                <c:ptCount val="18"/>
                <c:pt idx="0">
                  <c:v>118.0</c:v>
                </c:pt>
                <c:pt idx="1">
                  <c:v>31.0</c:v>
                </c:pt>
                <c:pt idx="2">
                  <c:v>118.0</c:v>
                </c:pt>
                <c:pt idx="3">
                  <c:v>31.0</c:v>
                </c:pt>
                <c:pt idx="4">
                  <c:v>118.0</c:v>
                </c:pt>
                <c:pt idx="5">
                  <c:v>31.0</c:v>
                </c:pt>
                <c:pt idx="6">
                  <c:v>118.0</c:v>
                </c:pt>
                <c:pt idx="7">
                  <c:v>31.0</c:v>
                </c:pt>
                <c:pt idx="8">
                  <c:v>118.0</c:v>
                </c:pt>
                <c:pt idx="9">
                  <c:v>31.0</c:v>
                </c:pt>
                <c:pt idx="10">
                  <c:v>118.0</c:v>
                </c:pt>
                <c:pt idx="11">
                  <c:v>31.0</c:v>
                </c:pt>
                <c:pt idx="12">
                  <c:v>118.0</c:v>
                </c:pt>
                <c:pt idx="13">
                  <c:v>31.0</c:v>
                </c:pt>
                <c:pt idx="14">
                  <c:v>118.0</c:v>
                </c:pt>
                <c:pt idx="15">
                  <c:v>31.0</c:v>
                </c:pt>
                <c:pt idx="16">
                  <c:v>118.0</c:v>
                </c:pt>
                <c:pt idx="17">
                  <c:v>31.0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Column 2</c:v>
                </c:pt>
              </c:strCache>
            </c:strRef>
          </c:tx>
          <c:spPr>
            <a:solidFill>
              <a:srgbClr val="ff420e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Row 1</c:v>
                </c:pt>
                <c:pt idx="1">
                  <c:v>Row 2</c:v>
                </c:pt>
                <c:pt idx="2">
                  <c:v>Row 3</c:v>
                </c:pt>
                <c:pt idx="3">
                  <c:v>Row 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3.2</c:v>
                </c:pt>
                <c:pt idx="1">
                  <c:v>8.8</c:v>
                </c:pt>
                <c:pt idx="2">
                  <c:v>1.5</c:v>
                </c:pt>
                <c:pt idx="3">
                  <c:v>9.02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Column 3</c:v>
                </c:pt>
              </c:strCache>
            </c:strRef>
          </c:tx>
          <c:spPr>
            <a:solidFill>
              <a:srgbClr val="ffd320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Row 1</c:v>
                </c:pt>
                <c:pt idx="1">
                  <c:v>Row 2</c:v>
                </c:pt>
                <c:pt idx="2">
                  <c:v>Row 3</c:v>
                </c:pt>
                <c:pt idx="3">
                  <c:v>Row 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4.54</c:v>
                </c:pt>
                <c:pt idx="1">
                  <c:v>9.65</c:v>
                </c:pt>
                <c:pt idx="2">
                  <c:v>3.7</c:v>
                </c:pt>
                <c:pt idx="3">
                  <c:v>6.2</c:v>
                </c:pt>
              </c:numCache>
            </c:numRef>
          </c:val>
        </c:ser>
        <c:ser>
          <c:idx val="1"/>
          <c:order val="1"/>
          <c:tx>
            <c:strRef>
              <c:f>Sheet0!$C$1</c:f>
              <c:strCache>
                <c:ptCount val="1"/>
                <c:pt idx="0">
                  <c:v>speakers</c:v>
                </c:pt>
              </c:strCache>
            </c:strRef>
          </c:tx>
          <c:cat>
            <c:strRef>
              <c:f>Sheet0!$A$2:$A$19</c:f>
              <c:strCache>
                <c:ptCount val="18"/>
                <c:pt idx="0">
                  <c:v>English1</c:v>
                </c:pt>
                <c:pt idx="1">
                  <c:v>Spanish1</c:v>
                </c:pt>
                <c:pt idx="2">
                  <c:v>English2</c:v>
                </c:pt>
                <c:pt idx="3">
                  <c:v>Spanish2</c:v>
                </c:pt>
                <c:pt idx="4">
                  <c:v>English3</c:v>
                </c:pt>
                <c:pt idx="5">
                  <c:v>Spanish3</c:v>
                </c:pt>
                <c:pt idx="6">
                  <c:v>English4</c:v>
                </c:pt>
                <c:pt idx="7">
                  <c:v>Spanish4</c:v>
                </c:pt>
                <c:pt idx="8">
                  <c:v>English5</c:v>
                </c:pt>
                <c:pt idx="9">
                  <c:v>Spanish5</c:v>
                </c:pt>
                <c:pt idx="10">
                  <c:v>English6</c:v>
                </c:pt>
                <c:pt idx="11">
                  <c:v>Spanish6</c:v>
                </c:pt>
                <c:pt idx="12">
                  <c:v>English7</c:v>
                </c:pt>
                <c:pt idx="13">
                  <c:v>Spanish7</c:v>
                </c:pt>
                <c:pt idx="14">
                  <c:v>English8</c:v>
                </c:pt>
                <c:pt idx="15">
                  <c:v>Spanish8</c:v>
                </c:pt>
                <c:pt idx="16">
                  <c:v>English9</c:v>
                </c:pt>
                <c:pt idx="17">
                  <c:v>Spanish9</c:v>
                </c:pt>
              </c:strCache>
            </c:strRef>
          </c:cat>
          <c:val>
            <c:numRef>
              <c:f>Sheet0!$C$2:$C$19</c:f>
              <c:numCache>
                <c:ptCount val="18"/>
                <c:pt idx="0">
                  <c:v>378.0</c:v>
                </c:pt>
                <c:pt idx="1">
                  <c:v>442.0</c:v>
                </c:pt>
                <c:pt idx="2">
                  <c:v>378.0</c:v>
                </c:pt>
                <c:pt idx="3">
                  <c:v>442.0</c:v>
                </c:pt>
                <c:pt idx="4">
                  <c:v>378.0</c:v>
                </c:pt>
                <c:pt idx="5">
                  <c:v>442.0</c:v>
                </c:pt>
                <c:pt idx="6">
                  <c:v>378.0</c:v>
                </c:pt>
                <c:pt idx="7">
                  <c:v>442.0</c:v>
                </c:pt>
                <c:pt idx="8">
                  <c:v>378.0</c:v>
                </c:pt>
                <c:pt idx="9">
                  <c:v>442.0</c:v>
                </c:pt>
                <c:pt idx="10">
                  <c:v>378.0</c:v>
                </c:pt>
                <c:pt idx="11">
                  <c:v>442.0</c:v>
                </c:pt>
                <c:pt idx="12">
                  <c:v>378.0</c:v>
                </c:pt>
                <c:pt idx="13">
                  <c:v>442.0</c:v>
                </c:pt>
                <c:pt idx="14">
                  <c:v>378.0</c:v>
                </c:pt>
                <c:pt idx="15">
                  <c:v>442.0</c:v>
                </c:pt>
                <c:pt idx="16">
                  <c:v>378.0</c:v>
                </c:pt>
                <c:pt idx="17">
                  <c:v>442.0</c:v>
                </c:pt>
              </c:numCache>
            </c:numRef>
          </c:val>
        </c:ser>
        <c:gapWidth val="100"/>
        <c:overlap val="0"/>
        <c:axId val="48456155"/>
        <c:axId val="13400515"/>
      </c:barChart>
      <c:catAx>
        <c:axId val="48456155"/>
        <c:scaling>
          <c:orientation val="maxMin"/>
        </c:scaling>
        <c:delete val="0"/>
        <c:axPos val="b"/>
        <c:numFmt formatCode="[$-409]mm/dd/yyyy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150" spc="-1" strike="noStrike">
                <a:latin typeface="Arial"/>
              </a:defRPr>
            </a:pPr>
          </a:p>
        </c:txPr>
        <c:crossAx val="13400515"/>
        <c:crosses val="autoZero"/>
        <c:auto val="1"/>
        <c:lblAlgn val="ctr"/>
        <c:lblOffset val="100"/>
        <c:noMultiLvlLbl val="0"/>
      </c:catAx>
      <c:valAx>
        <c:axId val="13400515"/>
        <c:scaling>
          <c:orientation val="minMax"/>
        </c:scaling>
        <c:delete val="0"/>
        <c:axPos val="t"/>
        <c:majorGridlines>
          <c:spPr>
            <a:ln w="0">
              <a:solidFill>
                <a:srgbClr val="b3b3b3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48456155"/>
        <c:crosses val="autoZero"/>
        <c:crossBetween val="between"/>
      </c:valAx>
      <c:spPr>
        <a:noFill/>
        <a:ln w="0">
          <a:solidFill>
            <a:srgbClr val="b3b3b3"/>
          </a:solidFill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latin typeface="Arial"/>
            </a:defRPr>
          </a:pPr>
        </a:p>
      </c:txPr>
    </c:legend>
    <c:plotVisOnly val="1"/>
    <c:dispBlanksAs val="gap"/>
  </c:chart>
  <c:spPr>
    <a:noFill/>
    <a:ln w="0">
      <a:noFill/>
    </a:ln>
  </c:spPr>
  <c:externalData r:id="rId1"/>
</c:chartSpace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43DB58A-5454-4A1D-A725-EAA3DB56341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4566611-3987-4C2B-9F9B-3A1A5C196C2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01477BA-7F6B-4E3C-B3D8-436AC72EDF1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23E918C-13A3-42F1-8113-618572EE30F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6CEFEA7-7ED0-4C3F-BF0E-62D31B2BBD2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4680"/>
            <a:ext cx="8229240" cy="529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2E6BF35-84BB-4A8D-85E4-8446E23ABC0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5F6C381-925D-4EF1-820D-53E19BE125D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020DA4E-D6E4-4105-ADFA-45E78E8BBD9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BD73CB7-E7A6-4091-BEA6-EDC6530A0C3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830A859-6D70-4FCC-9038-9DFB3FC0F5E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9CE9280-D11D-493B-9B00-7B26646F74D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E333581-E310-4D0A-818B-60E9AB7B6AF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 standalone="yes"?><Relationships xmlns="http://schemas.openxmlformats.org/package/2006/relationships"><Relationship Id="rId1" Target="../theme/theme1.xml" Type="http://schemas.openxmlformats.org/officeDocument/2006/relationships/theme"/><Relationship Id="rId10" Target="../slideLayouts/slideLayout9.xml" Type="http://schemas.openxmlformats.org/officeDocument/2006/relationships/slideLayout"/><Relationship Id="rId11" Target="../slideLayouts/slideLayout10.xml" Type="http://schemas.openxmlformats.org/officeDocument/2006/relationships/slideLayout"/><Relationship Id="rId12" Target="../slideLayouts/slideLayout11.xml" Type="http://schemas.openxmlformats.org/officeDocument/2006/relationships/slideLayout"/><Relationship Id="rId13" Target="../slideLayouts/slideLayout12.xml" Type="http://schemas.openxmlformats.org/officeDocument/2006/relationships/slideLayout"/><Relationship Id="rId2" Target="../slideLayouts/slideLayout1.xml" Type="http://schemas.openxmlformats.org/officeDocument/2006/relationships/slideLayout"/><Relationship Id="rId3" Target="../slideLayouts/slideLayout2.xml" Type="http://schemas.openxmlformats.org/officeDocument/2006/relationships/slideLayout"/><Relationship Id="rId4" Target="../slideLayouts/slideLayout3.xml" Type="http://schemas.openxmlformats.org/officeDocument/2006/relationships/slideLayout"/><Relationship Id="rId5" Target="../slideLayouts/slideLayout4.xml" Type="http://schemas.openxmlformats.org/officeDocument/2006/relationships/slideLayout"/><Relationship Id="rId6" Target="../slideLayouts/slideLayout5.xml" Type="http://schemas.openxmlformats.org/officeDocument/2006/relationships/slideLayout"/><Relationship Id="rId7" Target="../slideLayouts/slideLayout6.xml" Type="http://schemas.openxmlformats.org/officeDocument/2006/relationships/slideLayout"/><Relationship Id="rId8" Target="../slideLayouts/slideLayout7.xml" Type="http://schemas.openxmlformats.org/officeDocument/2006/relationships/slideLayout"/><Relationship Id="rId9" Target="../slideLayouts/slideLayout8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</a:rPr>
              <a:t>&lt;date/time&gt;</a:t>
            </a:r>
            <a:endParaRPr b="0" lang="en-US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CF2AD9F-5ECB-45D1-A0CB-19B3380F4AD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 standalone="yes"?><Relationships xmlns="http://schemas.openxmlformats.org/package/2006/relationships"><Relationship Id="rId1" Target="../charts/chart1.xml" Type="http://schemas.openxmlformats.org/officeDocument/2006/relationships/chart"/><Relationship Id="rId2" Target="../slideLayouts/slideLayout5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charts/chart2.xml" Type="http://schemas.openxmlformats.org/officeDocument/2006/relationships/chart"/><Relationship Id="rId2" Target="../slideLayouts/slideLayout5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3.xml" Type="http://schemas.openxmlformats.org/officeDocument/2006/relationships/chart"/></Relationships>
</file>

<file path=ppt/slides/slide1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pc="-1" strike="noStrike" sz="4400">
                <a:solidFill>
                  <a:srgbClr val="000000"/>
                </a:solidFill>
                <a:latin typeface="Calibri"/>
              </a:rPr>
              <a:t>My Bar Chart</a:t>
            </a:r>
            <a:endParaRPr b="0" lang="en-US" spc="-1" strike="noStrike" sz="4400">
              <a:solidFill>
                <a:srgbClr val="000000"/>
              </a:solidFill>
              <a:latin typeface="Calibri"/>
            </a:endParaRPr>
          </a:p>
        </p:txBody>
      </p:sp>
      <p:graphicFrame>
        <p:nvGraphicFramePr>
          <p:cNvPr id="42" name="Chart 1"/>
          <p:cNvGraphicFramePr/>
          <p:nvPr/>
        </p:nvGraphicFramePr>
        <p:xfrm>
          <a:off x="1523880" y="1397160"/>
          <a:ext cx="6095520" cy="4063680"/>
        </p:xfrm>
        <a:graphic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mc:AlternateContent>
    <mc:Choice Requires="p14">
      <p:transition p14:dur="2000" spd="slow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anchor="ctr" bIns="0" lIns="0" rIns="0" tIns="0">
            <a:noAutofit/>
          </a:bodyPr>
          <a:p>
            <a:r>
              <a:rPr b="0" lang="en-US" spc="-1" strike="noStrike" sz="1800">
                <a:solidFill>
                  <a:srgbClr val="000000"/>
                </a:solidFill>
                <a:latin typeface="Calibri"/>
              </a:rPr>
              <a:t>hhhhhhhhhhhhhh</a:t>
            </a:r>
            <a:endParaRPr b="0" lang="en-US" spc="-1" strike="noStrike" sz="1800">
              <a:solidFill>
                <a:srgbClr val="000000"/>
              </a:solidFill>
              <a:latin typeface="Calibri"/>
            </a:endParaRPr>
          </a:p>
        </p:txBody>
      </p:sp>
      <p:graphicFrame>
        <p:nvGraphicFramePr>
          <p:cNvPr id="44" name=""/>
          <p:cNvGraphicFramePr/>
          <p:nvPr/>
        </p:nvGraphicFramePr>
        <p:xfrm>
          <a:off x="1690920" y="1802160"/>
          <a:ext cx="5759640" cy="3239640"/>
        </p:xfrm>
        <a:graphic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mc:AlternateContent>
    <mc:Choice Requires="p14">
      <p:transition p14:dur="2000" spd="slow"/>
    </mc:Choice>
    <mc:Fallback>
      <p:transition spd="slow"/>
    </mc:Fallback>
  </mc:AlternateContent>
</p:sld>
</file>

<file path=ppt/slides/slide3.xml><?xml version="1.0" encoding="utf-8"?>
<p:sld xmlns:p="http://schemas.openxmlformats.org/presentationml/2006/main" xmlns:a="http://schemas.openxmlformats.org/drawingml/2006/main">
  <p:cSld>
    <p:spTree xmlns:p14="http://schemas.microsoft.com/office/powerpoint/2010/main" xmlns:r="http://schemas.openxmlformats.org/officeDocument/2006/relationships" xmlns:p15="http://schemas.microsoft.com/office/powerpoint/2012/main" xmlns:mc="http://schemas.openxmlformats.org/markup-compatibility/2006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anchor="ctr" bIns="0" lIns="0" rIns="0" tIns="0">
            <a:noAutofit/>
          </a:bodyPr>
          <a:p>
            <a:r>
              <a:rPr b="0" lang="en-US" spc="-1" strike="noStrike" sz="1800">
                <a:solidFill>
                  <a:srgbClr val="000000"/>
                </a:solidFill>
                <a:latin typeface="Calibri"/>
              </a:rPr>
              <a:t>hhhhhhhhhhhhhh</a:t>
            </a:r>
          </a:p>
        </p:txBody>
      </p:sp>
      <p:graphicFrame>
        <p:nvGraphicFramePr>
          <p:cNvPr id="44" name=""/>
          <p:cNvGraphicFramePr/>
          <p:nvPr/>
        </p:nvGraphicFramePr>
        <p:xfrm>
          <a:off x="1690920" y="1802160"/>
          <a:ext cx="5759640" cy="3239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PPTXPresentationEditor/1.1.0.0$MacOSX_AARCH64 LibreOffice_project/e114eadc50a9ff8d8c8a0567d6da8f454beeb84f</Application>
  <AppVersion>15.0000</AppVersion>
  <Words>4</Words>
  <Paragraphs>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yegor</dc:creator>
  <dc:language>en-US</dc:language>
  <dcterms:modified xsi:type="dcterms:W3CDTF">2025-12-31T13:58:11Z</dcterms:modified>
  <cp:revision>4</cp:revision>
  <dc:title>My Pie Chart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1</vt:i4>
  </property>
</Properties>
</file>
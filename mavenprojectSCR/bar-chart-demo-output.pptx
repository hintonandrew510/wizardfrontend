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vnd.openxmlformats-officedocument.spreadsheetml.sheet" Extension="xlsx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drawingml.chart+xml" PartName="/ppt/charts/chart1.xml"/>
  <Override ContentType="application/vnd.openxmlformats-officedocument.drawingml.chart+xml" PartName="/ppt/charts/chart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2"/>
  </p:normalViewPr>
  <p:slideViewPr>
    <p:cSldViewPr>
      <p:cViewPr varScale="1">
        <p:scale>
          <a:sx n="119" d="100"/>
          <a:sy n="119" d="100"/>
        </p:scale>
        <p:origin x="144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presProps.xml" Type="http://schemas.openxmlformats.org/officeDocument/2006/relationships/presProps"/><Relationship Id="rId4" Target="viewProps.xml" Type="http://schemas.openxmlformats.org/officeDocument/2006/relationships/viewProps"/><Relationship Id="rId5" Target="theme/theme1.xml" Type="http://schemas.openxmlformats.org/officeDocument/2006/relationships/theme"/><Relationship Id="rId6" Target="tableStyles.xml" Type="http://schemas.openxmlformats.org/officeDocument/2006/relationships/tableStyles"/><Relationship Id="rId7" Target="slides/slide2.xml" Type="http://schemas.openxmlformats.org/officeDocument/2006/relationships/slide"/></Relationships>
</file>

<file path=ppt/charts/_rels/chart1.xml.rels><?xml version="1.0" encoding="UTF-8" standalone="yes"?><Relationships xmlns="http://schemas.openxmlformats.org/package/2006/relationships"><Relationship Id="rId1" Target="../embeddings/Microsoft_Excel_Worksheet1.xlsx" Type="http://schemas.openxmlformats.org/officeDocument/2006/relationships/package"/></Relationships>
</file>

<file path=ppt/charts/_rels/chart2.xml.rels><?xml version="1.0" encoding="UTF-8" standalone="yes"?><Relationships xmlns="http://schemas.openxmlformats.org/package/2006/relationships"><Relationship Id="rId1" Target="../embeddings/Microsoft_Excel_Worksheet2.xlsx" Type="http://schemas.openxmlformats.org/officeDocument/2006/relationships/package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anchor="t" rtlCol="false"/>
          <a:lstStyle/>
          <a:p>
            <a:pPr algn="l">
              <a:defRPr/>
            </a:pPr>
            <a:r>
              <a:rPr lang="en-US"/>
              <a:t>10 languages with most speakers as first language</a:t>
            </a:r>
            <a:endParaRPr lang="en-US" sz="1100"/>
          </a:p>
        </c:rich>
      </c:tx>
      <c:layout/>
      <c:overlay val="0"/>
      <c:txPr>
        <a:bodyPr/>
        <a:p>
          <a:pPr>
            <a:defRPr sz="1820"/>
          </a:pPr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countries</c:v>
                </c:pt>
              </c:strCache>
            </c:strRef>
          </c:tx>
          <c:invertIfNegative val="0"/>
          <c:cat>
            <c:strRef>
              <c:f>Sheet1!$A$2:$A$19</c:f>
              <c:strCache>
                <c:ptCount val="18"/>
                <c:pt idx="0">
                  <c:v>English1</c:v>
                </c:pt>
                <c:pt idx="1">
                  <c:v>Spanish1</c:v>
                </c:pt>
                <c:pt idx="2">
                  <c:v>English2</c:v>
                </c:pt>
                <c:pt idx="3">
                  <c:v>Spanish2</c:v>
                </c:pt>
                <c:pt idx="4">
                  <c:v>English3</c:v>
                </c:pt>
                <c:pt idx="5">
                  <c:v>Spanish3</c:v>
                </c:pt>
                <c:pt idx="6">
                  <c:v>English4</c:v>
                </c:pt>
                <c:pt idx="7">
                  <c:v>Spanish4</c:v>
                </c:pt>
                <c:pt idx="8">
                  <c:v>English5</c:v>
                </c:pt>
                <c:pt idx="9">
                  <c:v>Spanish5</c:v>
                </c:pt>
                <c:pt idx="10">
                  <c:v>English6</c:v>
                </c:pt>
                <c:pt idx="11">
                  <c:v>Spanish6</c:v>
                </c:pt>
                <c:pt idx="12">
                  <c:v>English7</c:v>
                </c:pt>
                <c:pt idx="13">
                  <c:v>Spanish7</c:v>
                </c:pt>
                <c:pt idx="14">
                  <c:v>English8</c:v>
                </c:pt>
                <c:pt idx="15">
                  <c:v>Spanish8</c:v>
                </c:pt>
                <c:pt idx="16">
                  <c:v>English9</c:v>
                </c:pt>
                <c:pt idx="17">
                  <c:v>Spanish9</c:v>
                </c:pt>
              </c:strCache>
            </c:strRef>
          </c:cat>
          <c:val>
            <c:numRef>
              <c:f>Sheet1!$B$2:$B$19</c:f>
              <c:numCache>
                <c:ptCount val="18"/>
                <c:pt idx="0">
                  <c:v>118.0</c:v>
                </c:pt>
                <c:pt idx="1">
                  <c:v>31.0</c:v>
                </c:pt>
                <c:pt idx="2">
                  <c:v>118.0</c:v>
                </c:pt>
                <c:pt idx="3">
                  <c:v>31.0</c:v>
                </c:pt>
                <c:pt idx="4">
                  <c:v>118.0</c:v>
                </c:pt>
                <c:pt idx="5">
                  <c:v>31.0</c:v>
                </c:pt>
                <c:pt idx="6">
                  <c:v>118.0</c:v>
                </c:pt>
                <c:pt idx="7">
                  <c:v>31.0</c:v>
                </c:pt>
                <c:pt idx="8">
                  <c:v>118.0</c:v>
                </c:pt>
                <c:pt idx="9">
                  <c:v>31.0</c:v>
                </c:pt>
                <c:pt idx="10">
                  <c:v>118.0</c:v>
                </c:pt>
                <c:pt idx="11">
                  <c:v>31.0</c:v>
                </c:pt>
                <c:pt idx="12">
                  <c:v>118.0</c:v>
                </c:pt>
                <c:pt idx="13">
                  <c:v>31.0</c:v>
                </c:pt>
                <c:pt idx="14">
                  <c:v>118.0</c:v>
                </c:pt>
                <c:pt idx="15">
                  <c:v>31.0</c:v>
                </c:pt>
                <c:pt idx="16">
                  <c:v>118.0</c:v>
                </c:pt>
                <c:pt idx="17">
                  <c:v>31.0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speakers</c:v>
                </c:pt>
              </c:strCache>
            </c:strRef>
          </c:tx>
          <c:cat>
            <c:strRef>
              <c:f>Sheet1!$A$2:$A$19</c:f>
              <c:strCache>
                <c:ptCount val="18"/>
                <c:pt idx="0">
                  <c:v>English1</c:v>
                </c:pt>
                <c:pt idx="1">
                  <c:v>Spanish1</c:v>
                </c:pt>
                <c:pt idx="2">
                  <c:v>English2</c:v>
                </c:pt>
                <c:pt idx="3">
                  <c:v>Spanish2</c:v>
                </c:pt>
                <c:pt idx="4">
                  <c:v>English3</c:v>
                </c:pt>
                <c:pt idx="5">
                  <c:v>Spanish3</c:v>
                </c:pt>
                <c:pt idx="6">
                  <c:v>English4</c:v>
                </c:pt>
                <c:pt idx="7">
                  <c:v>Spanish4</c:v>
                </c:pt>
                <c:pt idx="8">
                  <c:v>English5</c:v>
                </c:pt>
                <c:pt idx="9">
                  <c:v>Spanish5</c:v>
                </c:pt>
                <c:pt idx="10">
                  <c:v>English6</c:v>
                </c:pt>
                <c:pt idx="11">
                  <c:v>Spanish6</c:v>
                </c:pt>
                <c:pt idx="12">
                  <c:v>English7</c:v>
                </c:pt>
                <c:pt idx="13">
                  <c:v>Spanish7</c:v>
                </c:pt>
                <c:pt idx="14">
                  <c:v>English8</c:v>
                </c:pt>
                <c:pt idx="15">
                  <c:v>Spanish8</c:v>
                </c:pt>
                <c:pt idx="16">
                  <c:v>English9</c:v>
                </c:pt>
                <c:pt idx="17">
                  <c:v>Spanish9</c:v>
                </c:pt>
              </c:strCache>
            </c:strRef>
          </c:cat>
          <c:val>
            <c:numRef>
              <c:f>Sheet1!$C$2:$C$19</c:f>
              <c:numCache>
                <c:ptCount val="18"/>
                <c:pt idx="0">
                  <c:v>378.0</c:v>
                </c:pt>
                <c:pt idx="1">
                  <c:v>442.0</c:v>
                </c:pt>
                <c:pt idx="2">
                  <c:v>378.0</c:v>
                </c:pt>
                <c:pt idx="3">
                  <c:v>442.0</c:v>
                </c:pt>
                <c:pt idx="4">
                  <c:v>378.0</c:v>
                </c:pt>
                <c:pt idx="5">
                  <c:v>442.0</c:v>
                </c:pt>
                <c:pt idx="6">
                  <c:v>378.0</c:v>
                </c:pt>
                <c:pt idx="7">
                  <c:v>442.0</c:v>
                </c:pt>
                <c:pt idx="8">
                  <c:v>378.0</c:v>
                </c:pt>
                <c:pt idx="9">
                  <c:v>442.0</c:v>
                </c:pt>
                <c:pt idx="10">
                  <c:v>378.0</c:v>
                </c:pt>
                <c:pt idx="11">
                  <c:v>442.0</c:v>
                </c:pt>
                <c:pt idx="12">
                  <c:v>378.0</c:v>
                </c:pt>
                <c:pt idx="13">
                  <c:v>442.0</c:v>
                </c:pt>
                <c:pt idx="14">
                  <c:v>378.0</c:v>
                </c:pt>
                <c:pt idx="15">
                  <c:v>442.0</c:v>
                </c:pt>
                <c:pt idx="16">
                  <c:v>378.0</c:v>
                </c:pt>
                <c:pt idx="17">
                  <c:v>442.0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-1884094432"/>
        <c:axId val="-1884097184"/>
      </c:barChart>
      <c:valAx>
        <c:axId val="-1884097184"/>
        <c:scaling>
          <c:orientation val="minMax"/>
        </c:scaling>
        <c:delete val="0"/>
        <c:axPos val="b"/>
        <c:majorGridlines/>
        <c:majorTickMark val="out"/>
        <c:minorTickMark val="none"/>
        <c:tickLblPos val="nextTo"/>
        <c:crossAx val="-1884094432"/>
        <c:crossBetween val="between"/>
      </c:valAx>
      <c:catAx>
        <c:axId val="-188409443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p>
            <a:pPr>
              <a:defRPr sz="1150"/>
            </a:pPr>
          </a:p>
        </c:txPr>
        <c:crossAx val="-1884097184"/>
        <c:auto val="1"/>
        <c:lblAlgn val="ctr"/>
        <c:lblOffset val="100"/>
        <c:noMultiLvlLbl val="0"/>
      </c:cat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anchor="t" rtlCol="false"/>
          <a:lstStyle/>
          <a:p>
            <a:pPr algn="l">
              <a:defRPr/>
            </a:pPr>
            <a:r>
              <a:rPr lang="en-US"/>
              <a:t>10 languages with most speakers as first language</a:t>
            </a:r>
            <a:endParaRPr lang="en-US" sz="1100"/>
          </a:p>
        </c:rich>
      </c:tx>
      <c:layout/>
      <c:overlay val="0"/>
      <c:txPr>
        <a:bodyPr/>
        <a:p>
          <a:pPr>
            <a:defRPr sz="1820"/>
          </a:pPr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countries</c:v>
                </c:pt>
              </c:strCache>
            </c:strRef>
          </c:tx>
          <c:invertIfNegative val="0"/>
          <c:cat>
            <c:strRef>
              <c:f>Sheet1!$A$2:$A$19</c:f>
              <c:strCache>
                <c:ptCount val="18"/>
                <c:pt idx="0">
                  <c:v>English1</c:v>
                </c:pt>
                <c:pt idx="1">
                  <c:v>Spanish1</c:v>
                </c:pt>
                <c:pt idx="2">
                  <c:v>English2</c:v>
                </c:pt>
                <c:pt idx="3">
                  <c:v>Spanish2</c:v>
                </c:pt>
                <c:pt idx="4">
                  <c:v>English3</c:v>
                </c:pt>
                <c:pt idx="5">
                  <c:v>Spanish3</c:v>
                </c:pt>
                <c:pt idx="6">
                  <c:v>English4</c:v>
                </c:pt>
                <c:pt idx="7">
                  <c:v>Spanish4</c:v>
                </c:pt>
                <c:pt idx="8">
                  <c:v>English5</c:v>
                </c:pt>
                <c:pt idx="9">
                  <c:v>Spanish5</c:v>
                </c:pt>
                <c:pt idx="10">
                  <c:v>English6</c:v>
                </c:pt>
                <c:pt idx="11">
                  <c:v>Spanish6</c:v>
                </c:pt>
                <c:pt idx="12">
                  <c:v>English7</c:v>
                </c:pt>
                <c:pt idx="13">
                  <c:v>Spanish7</c:v>
                </c:pt>
                <c:pt idx="14">
                  <c:v>English8</c:v>
                </c:pt>
                <c:pt idx="15">
                  <c:v>Spanish8</c:v>
                </c:pt>
                <c:pt idx="16">
                  <c:v>English9</c:v>
                </c:pt>
                <c:pt idx="17">
                  <c:v>Spanish9</c:v>
                </c:pt>
              </c:strCache>
            </c:strRef>
          </c:cat>
          <c:val>
            <c:numRef>
              <c:f>Sheet1!$B$2:$B$19</c:f>
              <c:numCache>
                <c:ptCount val="18"/>
                <c:pt idx="0">
                  <c:v>118.0</c:v>
                </c:pt>
                <c:pt idx="1">
                  <c:v>31.0</c:v>
                </c:pt>
                <c:pt idx="2">
                  <c:v>118.0</c:v>
                </c:pt>
                <c:pt idx="3">
                  <c:v>31.0</c:v>
                </c:pt>
                <c:pt idx="4">
                  <c:v>118.0</c:v>
                </c:pt>
                <c:pt idx="5">
                  <c:v>31.0</c:v>
                </c:pt>
                <c:pt idx="6">
                  <c:v>118.0</c:v>
                </c:pt>
                <c:pt idx="7">
                  <c:v>31.0</c:v>
                </c:pt>
                <c:pt idx="8">
                  <c:v>118.0</c:v>
                </c:pt>
                <c:pt idx="9">
                  <c:v>31.0</c:v>
                </c:pt>
                <c:pt idx="10">
                  <c:v>118.0</c:v>
                </c:pt>
                <c:pt idx="11">
                  <c:v>31.0</c:v>
                </c:pt>
                <c:pt idx="12">
                  <c:v>118.0</c:v>
                </c:pt>
                <c:pt idx="13">
                  <c:v>31.0</c:v>
                </c:pt>
                <c:pt idx="14">
                  <c:v>118.0</c:v>
                </c:pt>
                <c:pt idx="15">
                  <c:v>31.0</c:v>
                </c:pt>
                <c:pt idx="16">
                  <c:v>118.0</c:v>
                </c:pt>
                <c:pt idx="17">
                  <c:v>31.0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speakers</c:v>
                </c:pt>
              </c:strCache>
            </c:strRef>
          </c:tx>
          <c:cat>
            <c:strRef>
              <c:f>Sheet1!$A$2:$A$19</c:f>
              <c:strCache>
                <c:ptCount val="18"/>
                <c:pt idx="0">
                  <c:v>English1</c:v>
                </c:pt>
                <c:pt idx="1">
                  <c:v>Spanish1</c:v>
                </c:pt>
                <c:pt idx="2">
                  <c:v>English2</c:v>
                </c:pt>
                <c:pt idx="3">
                  <c:v>Spanish2</c:v>
                </c:pt>
                <c:pt idx="4">
                  <c:v>English3</c:v>
                </c:pt>
                <c:pt idx="5">
                  <c:v>Spanish3</c:v>
                </c:pt>
                <c:pt idx="6">
                  <c:v>English4</c:v>
                </c:pt>
                <c:pt idx="7">
                  <c:v>Spanish4</c:v>
                </c:pt>
                <c:pt idx="8">
                  <c:v>English5</c:v>
                </c:pt>
                <c:pt idx="9">
                  <c:v>Spanish5</c:v>
                </c:pt>
                <c:pt idx="10">
                  <c:v>English6</c:v>
                </c:pt>
                <c:pt idx="11">
                  <c:v>Spanish6</c:v>
                </c:pt>
                <c:pt idx="12">
                  <c:v>English7</c:v>
                </c:pt>
                <c:pt idx="13">
                  <c:v>Spanish7</c:v>
                </c:pt>
                <c:pt idx="14">
                  <c:v>English8</c:v>
                </c:pt>
                <c:pt idx="15">
                  <c:v>Spanish8</c:v>
                </c:pt>
                <c:pt idx="16">
                  <c:v>English9</c:v>
                </c:pt>
                <c:pt idx="17">
                  <c:v>Spanish9</c:v>
                </c:pt>
              </c:strCache>
            </c:strRef>
          </c:cat>
          <c:val>
            <c:numRef>
              <c:f>Sheet1!$C$2:$C$19</c:f>
              <c:numCache>
                <c:ptCount val="18"/>
                <c:pt idx="0">
                  <c:v>378.0</c:v>
                </c:pt>
                <c:pt idx="1">
                  <c:v>442.0</c:v>
                </c:pt>
                <c:pt idx="2">
                  <c:v>378.0</c:v>
                </c:pt>
                <c:pt idx="3">
                  <c:v>442.0</c:v>
                </c:pt>
                <c:pt idx="4">
                  <c:v>378.0</c:v>
                </c:pt>
                <c:pt idx="5">
                  <c:v>442.0</c:v>
                </c:pt>
                <c:pt idx="6">
                  <c:v>378.0</c:v>
                </c:pt>
                <c:pt idx="7">
                  <c:v>442.0</c:v>
                </c:pt>
                <c:pt idx="8">
                  <c:v>378.0</c:v>
                </c:pt>
                <c:pt idx="9">
                  <c:v>442.0</c:v>
                </c:pt>
                <c:pt idx="10">
                  <c:v>378.0</c:v>
                </c:pt>
                <c:pt idx="11">
                  <c:v>442.0</c:v>
                </c:pt>
                <c:pt idx="12">
                  <c:v>378.0</c:v>
                </c:pt>
                <c:pt idx="13">
                  <c:v>442.0</c:v>
                </c:pt>
                <c:pt idx="14">
                  <c:v>378.0</c:v>
                </c:pt>
                <c:pt idx="15">
                  <c:v>442.0</c:v>
                </c:pt>
                <c:pt idx="16">
                  <c:v>378.0</c:v>
                </c:pt>
                <c:pt idx="17">
                  <c:v>442.0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-1884094432"/>
        <c:axId val="-1884097184"/>
      </c:barChart>
      <c:valAx>
        <c:axId val="-1884097184"/>
        <c:scaling>
          <c:orientation val="minMax"/>
        </c:scaling>
        <c:delete val="0"/>
        <c:axPos val="t"/>
        <c:majorGridlines/>
        <c:majorTickMark val="out"/>
        <c:minorTickMark val="none"/>
        <c:tickLblPos val="nextTo"/>
        <c:crossAx val="-1884094432"/>
        <c:crossBetween val="between"/>
      </c:valAx>
      <c:catAx>
        <c:axId val="-1884094432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p>
            <a:pPr>
              <a:defRPr sz="1150"/>
            </a:pPr>
          </a:p>
        </c:txPr>
        <c:crossAx val="-1884097184"/>
        <c:auto val="1"/>
        <c:lblAlgn val="ctr"/>
        <c:lblOffset val="100"/>
        <c:noMultiLvlLbl val="0"/>
      </c:cat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charts/chart1.xml" Type="http://schemas.openxmlformats.org/officeDocument/2006/relationships/char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2.xml" Type="http://schemas.openxmlformats.org/officeDocument/2006/relationships/chart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My </a:t>
            </a:r>
            <a:r>
              <a:rPr lang="en-US" smtClean="0"/>
              <a:t>Bar </a:t>
            </a:r>
            <a:r>
              <a:rPr dirty="0" lang="en-US" smtClean="0"/>
              <a:t>Chart</a:t>
            </a:r>
            <a:endParaRPr dirty="0" lang="ru-RU"/>
          </a:p>
        </p:txBody>
      </p:sp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693562799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2224918824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My </a:t>
            </a:r>
            <a:r>
              <a:rPr lang="en-US" smtClean="0"/>
              <a:t>Bar </a:t>
            </a:r>
            <a:r>
              <a:rPr dirty="0" lang="en-US" smtClean="0"/>
              <a:t>Chart</a:t>
            </a:r>
          </a:p>
        </p:txBody>
      </p:sp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693562799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Macintosh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My Bar Chart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creator>yegor</dc:creator>
  <cp:lastModifiedBy>Alain Béarez</cp:lastModifiedBy>
  <dcterms:modified xsi:type="dcterms:W3CDTF">2017-06-03T19:37:26Z</dcterms:modified>
  <cp:revision>3</cp:revision>
  <dc:title>My Pie Chart</dc:title>
</cp:coreProperties>
</file>
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vnd.openxmlformats-officedocument.spreadsheetml.sheet" Extension="xlsx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drawingml.chart+xml" PartName="/ppt/charts/chart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charts/_rels/chart1.xml.rels><?xml version="1.0" encoding="UTF-8" standalone="yes"?><Relationships xmlns="http://schemas.openxmlformats.org/package/2006/relationships"><Relationship Id="rId1" Target="../embeddings/Microsoft_Excel_Worksheet1.xlsx" Type="http://schemas.openxmlformats.org/officeDocument/2006/relationships/package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en-US"/>
              <a:t>Test Chart</a:t>
            </a:r>
            <a:endParaRPr lang="en-US" sz="1100"/>
          </a:p>
        </c:rich>
      </c:tx>
      <c:layout/>
    </c:title>
    <c:plotArea>
      <c:barChart>
        <c:barDir val="col"/>
        <c:ser>
          <c:idx val="0"/>
          <c:order val="0"/>
          <c:tx>
            <c:strRef>
              <c:f>Sheet0!$B$1</c:f>
              <c:strCache>
                <c:ptCount val="1"/>
                <c:pt idx="0">
                  <c:v>Series 1</c:v>
                </c:pt>
              </c:strCache>
            </c:strRef>
          </c:tx>
          <c:cat>
            <c:strRef>
              <c:f>Sheet0!$A$2:$A$4</c:f>
              <c:strCache>
                <c:ptCount val="3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</c:strCache>
            </c:strRef>
          </c:cat>
          <c:val>
            <c:numRef>
              <c:f>Sheet0!$B$2:$B$4</c:f>
              <c:numCache>
                <c:ptCount val="3"/>
                <c:pt idx="0">
                  <c:v>10.0</c:v>
                </c:pt>
                <c:pt idx="1">
                  <c:v>20.0</c:v>
                </c:pt>
                <c:pt idx="2">
                  <c:v>15.0</c:v>
                </c:pt>
              </c:numCache>
            </c:numRef>
          </c:val>
        </c:ser>
        <c:axId val="0"/>
        <c:axId val="1"/>
      </c:barChart>
      <c:catAx>
        <c:axId val="0"/>
        <c:scaling>
          <c:orientation val="minMax"/>
        </c:scaling>
        <c:delete val="false"/>
        <c:axPos val="b"/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majorTickMark val="cross"/>
        <c:minorTickMark val="none"/>
        <c:tickLblPos val="nextTo"/>
        <c:crossAx val="0"/>
        <c:crosses val="autoZero"/>
        <c:crossBetween val="between"/>
      </c:valAx>
    </c:plotArea>
  </c:chart>
  <c:externalData r:id="rId1"/>
</c:chartSpace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charts/chart1.xml" Type="http://schemas.openxmlformats.org/officeDocument/2006/relationships/chart"/></Relationships>
</file>

<file path=ppt/slides/slide1.xml><?xml version="1.0" encoding="utf-8"?>
<p:sld xmlns:p="http://schemas.openxmlformats.org/presentationml/2006/main" xmlns:a="http://schemas.openxmlformats.org/drawingml/2006/main" xmlns:c="http://schemas.openxmlformats.org/drawingml/2006/chart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Chart 2" id="2"/>
          <p:cNvGraphicFramePr>
            <a:graphicFrameLocks noGrp="true"/>
          </p:cNvGraphicFramePr>
          <p:nvPr/>
        </p:nvGraphicFramePr>
        <p:xfrm>
          <a:off x="1270000" y="635000"/>
          <a:ext cx="5080000" cy="5080000"/>
        </p:xfrm>
        <a:graphic>
          <a:graphicData uri="http://schemas.openxmlformats.org/drawingml/2006/chart">
            <c:chart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
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77"/>
    <p:restoredTop sz="94732"/>
  </p:normalViewPr>
  <p:slideViewPr>
    <p:cSldViewPr>
      <p:cViewPr varScale="1">
        <p:scale>
          <a:sx n="83" d="100"/>
          <a:sy n="83" d="100"/>
        </p:scale>
        <p:origin x="448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507-5E44-9800-39304FC01F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507-5E44-9800-39304FC01F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507-5E44-9800-39304FC01F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507-5E44-9800-39304FC01F8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F6-6542-AF28-91493A616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0C2-1C4B-A80C-5F5179481C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0C2-1C4B-A80C-5F5179481C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0C2-1C4B-A80C-5F5179481C1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0C2-1C4B-A80C-5F5179481C1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6th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E-6944-AE7C-9CB641BFD4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90A8-5ADE-2033-29FD-2ED135ECF3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96C99-D7A5-C6CE-30B4-2F04DC39AE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B16F-F59E-7AC0-4159-EE83C68C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My chart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0CD357-45EB-A23E-EA3C-FB995E37B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35695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3493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581F-E022-2024-3B59-6C9AC1E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CB2911-F32D-2C15-28FB-F4C82BFDD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481960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8514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5</Words>
  <Application>Microsoft Macintosh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My chart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Pie Chart</dc:title>
  <dc:creator>yegor</dc:creator>
  <cp:lastModifiedBy>andrew hinton</cp:lastModifiedBy>
  <cp:revision>7</cp:revision>
  <dcterms:created xsi:type="dcterms:W3CDTF">2006-08-16T00:00:00Z</dcterms:created>
  <dcterms:modified xsi:type="dcterms:W3CDTF">2026-01-19T12:31:58Z</dcterms:modified>
</cp:coreProperties>
</file>
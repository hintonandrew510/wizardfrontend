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59"/>
    <p:restoredTop sz="94724"/>
  </p:normalViewPr>
  <p:slideViewPr>
    <p:cSldViewPr>
      <p:cViewPr varScale="1">
        <p:scale>
          <a:sx n="97" d="100"/>
          <a:sy n="97" d="100"/>
        </p:scale>
        <p:origin x="1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01-A642-B70E-EBF04B6989E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01-A642-B70E-EBF04B6989E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801-A642-B70E-EBF04B6989E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6801-A642-B70E-EBF04B6989E0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F6-6542-AF28-91493A6168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12-0D46-B8EC-9A6218988C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4C5-8349-9BDA-63C7AA184D3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4C5-8349-9BDA-63C7AA184D3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4C5-8349-9BDA-63C7AA184D3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4C5-8349-9BDA-63C7AA184D30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2E-6944-AE7C-9CB641BFD4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B16F-F59E-7AC0-4159-EE83C68C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My chart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90CD357-45EB-A23E-EA3C-FB995E37B3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356952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34939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Pie Chart</a:t>
            </a:r>
            <a:endParaRPr lang="ru-RU" dirty="0"/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74107684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2491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581F-E022-2024-3B59-6C9AC1E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DCB2911-F32D-2C15-28FB-F4C82BFDDC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90898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8514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10</Words>
  <Application>Microsoft Macintosh PowerPoint</Application>
  <PresentationFormat>On-screen Show (4:3)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My chart </vt:lpstr>
      <vt:lpstr>My Pie Chart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Pie Chart</dc:title>
  <dc:creator>yegor</dc:creator>
  <cp:lastModifiedBy>andrew hinton</cp:lastModifiedBy>
  <cp:revision>7</cp:revision>
  <dcterms:created xsi:type="dcterms:W3CDTF">2006-08-16T00:00:00Z</dcterms:created>
  <dcterms:modified xsi:type="dcterms:W3CDTF">2026-01-19T15:24:44Z</dcterms:modified>
</cp:coreProperties>
</file>
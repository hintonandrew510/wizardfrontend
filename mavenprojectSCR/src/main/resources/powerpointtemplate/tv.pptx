
<file path=[Content_Types].xml><?xml version="1.0" encoding="utf-8"?>
<Types xmlns="http://schemas.openxmlformats.org/package/2006/content-types">
  <Default Extension="bin" ContentType="application/vnd.openxmlformats-officedocument.oleObject"/>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9"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2992"/>
    <p:restoredTop sz="94479"/>
  </p:normalViewPr>
  <p:slideViewPr>
    <p:cSldViewPr snapToGrid="0">
      <p:cViewPr>
        <p:scale>
          <a:sx n="100" d="100"/>
          <a:sy n="100" d="100"/>
        </p:scale>
        <p:origin x="32" y="160"/>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oleObject" Target="../embeddings/oleObject1.bin"/><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1464298643"/>
              </p:ext>
            </p:extLst>
          </p:nvPr>
        </p:nvGraphicFramePr>
        <p:xfrm>
          <a:off x="1524000" y="1625600"/>
          <a:ext cx="6096000" cy="4064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24507</TotalTime>
  <Words>28791</Words>
  <Application>Microsoft Macintosh PowerPoint</Application>
  <PresentationFormat>Custom</PresentationFormat>
  <Paragraphs>1971</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46</cp:revision>
  <dcterms:modified xsi:type="dcterms:W3CDTF">2026-03-14T16:35:37Z</dcterms:modified>
</cp:coreProperties>
</file>
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479"/>
  </p:normalViewPr>
  <p:slideViewPr>
    <p:cSldViewPr snapToGrid="0">
      <p:cViewPr varScale="1">
        <p:scale>
          <a:sx n="73" d="100"/>
          <a:sy n="73" d="100"/>
        </p:scale>
        <p:origin x="568" y="240"/>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116754194"/>
              </p:ext>
            </p:extLst>
          </p:nvPr>
        </p:nvGraphicFramePr>
        <p:xfrm>
          <a:off x="594360" y="4490910"/>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a:solidFill>
                            <a:srgbClr val="222222"/>
                          </a:solidFill>
                          <a:latin typeface="Verdana"/>
                          <a:ea typeface="Verdana"/>
                          <a:cs typeface="Verdana"/>
                          <a:sym typeface="Verdana"/>
                        </a:rPr>
                        <a:t>Make Promotional Events Stronger</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a:latin typeface="Verdana"/>
                          <a:ea typeface="Verdana"/>
                          <a:cs typeface="Verdana"/>
                          <a:sym typeface="Verdana"/>
                        </a:rPr>
                        <a:t>Develop Digital/Mobile/Social Strategies</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a:latin typeface="Verdana"/>
                          <a:ea typeface="Verdana"/>
                          <a:cs typeface="Verdana"/>
                          <a:sym typeface="Verdana"/>
                        </a:rPr>
                        <a:t>Establish a quarterly spike/seasonal campaign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a:latin typeface="Verdana"/>
                          <a:ea typeface="Verdana"/>
                          <a:cs typeface="Verdana"/>
                          <a:sym typeface="Verdana"/>
                        </a:rPr>
                        <a:t>Develop Database Marketing (Email and Text)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Initiate Cause Marketing Programs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a:latin typeface="Verdana"/>
                          <a:ea typeface="Verdana"/>
                          <a:cs typeface="Verdana"/>
                          <a:sym typeface="Verdana"/>
                        </a:rPr>
                        <a:t>Develop Specially Staged Events</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Maintain Market Dominance</a:t>
                      </a:r>
                      <a:endParaRPr sz="1000" b="1">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Tech Recruitment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786"/>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755</TotalTime>
  <Words>28993</Words>
  <Application>Microsoft Macintosh PowerPoint</Application>
  <PresentationFormat>Custom</PresentationFormat>
  <Paragraphs>1999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26</cp:revision>
  <dcterms:modified xsi:type="dcterms:W3CDTF">2026-02-23T01:39:49Z</dcterms:modified>
</cp:coreProperties>
</file>
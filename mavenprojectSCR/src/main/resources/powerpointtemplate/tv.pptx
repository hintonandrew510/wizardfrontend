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2"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43"/>
    <p:restoredTop sz="94479"/>
  </p:normalViewPr>
  <p:slideViewPr>
    <p:cSldViewPr snapToGrid="0">
      <p:cViewPr varScale="1">
        <p:scale>
          <a:sx n="73" d="100"/>
          <a:sy n="73" d="100"/>
        </p:scale>
        <p:origin x="36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1-03T14:13:19.609" idx="1">
    <p:pos x="10" y="10"/>
    <p:text>ConfidentialClientEvaluationOnePage
</p:text>
    <p:extLst>
      <p:ext uri="{C676402C-5697-4E1C-873F-D02D1690AC5C}">
        <p15:threadingInfo xmlns:p15="http://schemas.microsoft.com/office/powerpoint/2012/main" timeZoneBias="48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accent2"/>
                </a:solidFill>
                <a:latin typeface="Verdana"/>
                <a:ea typeface="Verdana"/>
                <a:cs typeface="Verdana"/>
                <a:sym typeface="Verdana"/>
              </a:rPr>
              <a:t>{{</a:t>
            </a:r>
            <a:r>
              <a:rPr lang="en" b="0" dirty="0" err="1">
                <a:latin typeface="Verdana"/>
                <a:ea typeface="Verdana"/>
                <a:cs typeface="Verdana"/>
                <a:sym typeface="Verdana"/>
              </a:rPr>
              <a:t>clientContactName</a:t>
            </a:r>
            <a:r>
              <a:rPr lang="en" dirty="0">
                <a:solidFill>
                  <a:schemeClr val="accent2"/>
                </a:solidFill>
                <a:latin typeface="Verdana"/>
                <a:ea typeface="Verdana"/>
                <a:cs typeface="Verdana"/>
                <a:sym typeface="Verdana"/>
              </a:rPr>
              <a:t>}}</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dirty="0">
                <a:latin typeface="Verdana"/>
                <a:ea typeface="Verdana"/>
                <a:cs typeface="Verdana"/>
                <a:sym typeface="Verdana"/>
              </a:rPr>
              <a:t>{{</a:t>
            </a:r>
            <a:r>
              <a:rPr lang="en" b="0" dirty="0" err="1">
                <a:latin typeface="Verdana"/>
                <a:ea typeface="Verdana"/>
                <a:cs typeface="Verdana"/>
                <a:sym typeface="Verdana"/>
              </a:rPr>
              <a:t>clientBusinessName</a:t>
            </a:r>
            <a:r>
              <a:rPr lang="en" dirty="0">
                <a:latin typeface="Verdana"/>
                <a:ea typeface="Verdana"/>
                <a:cs typeface="Verdana"/>
                <a:sym typeface="Verdana"/>
              </a:rPr>
              <a:t>}}</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Verdana"/>
                <a:ea typeface="Verdana"/>
                <a:cs typeface="Verdana"/>
                <a:sym typeface="Verdana"/>
              </a:rPr>
              <a:t>{{</a:t>
            </a:r>
            <a:r>
              <a:rPr lang="en" b="0" dirty="0" err="1">
                <a:latin typeface="Verdana"/>
                <a:ea typeface="Verdana"/>
                <a:cs typeface="Verdana"/>
                <a:sym typeface="Verdana"/>
              </a:rPr>
              <a:t>portfolioManagerName</a:t>
            </a:r>
            <a:r>
              <a:rPr lang="en" dirty="0">
                <a:latin typeface="Verdana"/>
                <a:ea typeface="Verdana"/>
                <a:cs typeface="Verdana"/>
                <a:sym typeface="Verdana"/>
              </a:rPr>
              <a:t>}}</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Verdana"/>
                <a:ea typeface="Verdana"/>
                <a:cs typeface="Verdana"/>
                <a:sym typeface="Verdana"/>
              </a:rPr>
              <a:t>{{</a:t>
            </a:r>
            <a:r>
              <a:rPr lang="en" b="0" dirty="0">
                <a:latin typeface="Verdana"/>
                <a:ea typeface="Verdana"/>
                <a:cs typeface="Verdana"/>
                <a:sym typeface="Verdana"/>
              </a:rPr>
              <a:t>station</a:t>
            </a:r>
            <a:r>
              <a:rPr lang="en" dirty="0">
                <a:latin typeface="Verdana"/>
                <a:ea typeface="Verdana"/>
                <a:cs typeface="Verdana"/>
                <a:sym typeface="Verdana"/>
              </a:rPr>
              <a:t>}}</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latin typeface="Verdana"/>
                <a:ea typeface="Verdana"/>
                <a:cs typeface="Verdana"/>
                <a:sym typeface="Verdana"/>
              </a:rPr>
              <a:t>The following proposal will be submitted to</a:t>
            </a:r>
            <a:endParaRPr sz="1550" b="1">
              <a:latin typeface="Verdana"/>
              <a:ea typeface="Verdana"/>
              <a:cs typeface="Verdana"/>
              <a:sym typeface="Verdana"/>
            </a:endParaRPr>
          </a:p>
          <a:p>
            <a:pPr marL="0" lvl="0" indent="0" algn="ctr" rtl="0">
              <a:spcBef>
                <a:spcPts val="0"/>
              </a:spcBef>
              <a:spcAft>
                <a:spcPts val="0"/>
              </a:spcAft>
              <a:buNone/>
            </a:pPr>
            <a:r>
              <a:rPr lang="en" sz="1550" b="1">
                <a:latin typeface="Verdana"/>
                <a:ea typeface="Verdana"/>
                <a:cs typeface="Verdana"/>
                <a:sym typeface="Verdana"/>
              </a:rPr>
              <a:t>{{clientBusinessName}}</a:t>
            </a:r>
            <a:endParaRPr sz="1550" b="1">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a:t>
            </a: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a:t>
            </a: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a:t>
            </a: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a:t>
            </a: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numberOfLocations</a:t>
            </a:r>
            <a:r>
              <a:rPr lang="en" sz="1100">
                <a:solidFill>
                  <a:schemeClr val="dk1"/>
                </a:solidFill>
                <a:latin typeface="Verdana"/>
                <a:ea typeface="Verdana"/>
                <a:cs typeface="Verdana"/>
                <a:sym typeface="Verdana"/>
              </a:rPr>
              <a:t>}}</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planToExpand</a:t>
            </a:r>
            <a:r>
              <a:rPr lang="en" sz="1100">
                <a:solidFill>
                  <a:schemeClr val="dk1"/>
                </a:solidFill>
                <a:latin typeface="Verdana"/>
                <a:ea typeface="Verdana"/>
                <a:cs typeface="Verdana"/>
                <a:sym typeface="Verdana"/>
              </a:rPr>
              <a:t>}}</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nvGraphicFramePr>
        <p:xfrm>
          <a:off x="594360"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Introduce New Department/Products/Services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Feature Specific 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Call Attention to Brands/Private Labels Carried</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Promote Off-price Items/Services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Utilize Co-op/Vendor Dollars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Maintain Market Dominance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Enhance Website (Mobile, Response, SEO, SEM)</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Make Promotional Events Stronger</a:t>
                      </a:r>
                      <a:endParaRPr sz="1000" b="1">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Digital/Mobile/Social Strategies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Database Marketing (Email and Text)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Specially Staged Events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938"/>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a:solidFill>
                            <a:schemeClr val="dk1"/>
                          </a:solidFill>
                          <a:latin typeface="Verdana"/>
                          <a:ea typeface="Verdana"/>
                          <a:cs typeface="Verdana"/>
                          <a:sym typeface="Verdana"/>
                        </a:rPr>
                        <a:t>{{poorestMonths}}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a:t>
            </a:r>
            <a:r>
              <a:rPr lang="en">
                <a:solidFill>
                  <a:schemeClr val="dk1"/>
                </a:solidFill>
              </a:rPr>
              <a:t>totalMediaInvestmentInput</a:t>
            </a:r>
            <a:r>
              <a:rPr lang="en" sz="1150">
                <a:solidFill>
                  <a:schemeClr val="dk1"/>
                </a:solidFill>
                <a:latin typeface="Verdana"/>
                <a:ea typeface="Verdana"/>
                <a:cs typeface="Verdana"/>
                <a:sym typeface="Verdana"/>
              </a:rPr>
              <a: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a:t>
            </a:r>
            <a:r>
              <a:rPr lang="en">
                <a:solidFill>
                  <a:schemeClr val="dk1"/>
                </a:solidFill>
              </a:rPr>
              <a:t>pctTAIGrossSalesLastYear</a:t>
            </a:r>
            <a:r>
              <a:rPr lang="en" sz="1150">
                <a:solidFill>
                  <a:schemeClr val="dk1"/>
                </a:solidFill>
                <a:latin typeface="Verdana"/>
                <a:ea typeface="Verdana"/>
                <a:cs typeface="Verdana"/>
                <a:sym typeface="Verdana"/>
              </a:rPr>
              <a:t>}}</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a:t>
            </a:r>
            <a:r>
              <a:rPr lang="en">
                <a:solidFill>
                  <a:schemeClr val="dk1"/>
                </a:solidFill>
              </a:rPr>
              <a:t>grossSalesLastyear</a:t>
            </a:r>
            <a:r>
              <a:rPr lang="en" sz="1150">
                <a:solidFill>
                  <a:schemeClr val="dk1"/>
                </a:solidFill>
                <a:latin typeface="Verdana"/>
                <a:ea typeface="Verdana"/>
                <a:cs typeface="Verdana"/>
                <a:sym typeface="Verdana"/>
              </a:rPr>
              <a:t>}}</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29416</Words>
  <Application>Microsoft Macintosh PowerPoint</Application>
  <PresentationFormat>Custom</PresentationFormat>
  <Paragraphs>1995</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4</cp:revision>
  <dcterms:modified xsi:type="dcterms:W3CDTF">2026-01-10T20:12:32Z</dcterms:modified>
</cp:coreProperties>
</file>
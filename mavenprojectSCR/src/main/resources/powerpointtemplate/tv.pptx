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9"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928"/>
    <p:restoredTop sz="94479"/>
  </p:normalViewPr>
  <p:slideViewPr>
    <p:cSldViewPr snapToGrid="0">
      <p:cViewPr>
        <p:scale>
          <a:sx n="80" d="100"/>
          <a:sy n="80" d="100"/>
        </p:scale>
        <p:origin x="888" y="-8"/>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BBD058AD-A34B-407F-201E-ABEA785A7C38}"/>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68E6DD5B-1247-DA69-B967-D550C0A41366}"/>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0A987FF9-B5A4-CFE0-A4C2-3CEC4D1DC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477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1464298643"/>
              </p:ext>
            </p:extLst>
          </p:nvPr>
        </p:nvGraphicFramePr>
        <p:xfrm>
          <a:off x="1524000" y="1625600"/>
          <a:ext cx="6096000" cy="4064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6F55685A-B20E-589F-C9AB-D97A0A27BBF8}"/>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EBB9E43-FC2B-98C6-5768-C8234EFA6A28}"/>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CA0B8B14-CAFA-F139-7C17-A3F12DCC5D3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8BBC5374-3FA0-0199-7FC1-DB5E1FB516C0}"/>
              </a:ext>
            </a:extLst>
          </p:cNvPr>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a:extLst>
              <a:ext uri="{FF2B5EF4-FFF2-40B4-BE49-F238E27FC236}">
                <a16:creationId xmlns:a16="http://schemas.microsoft.com/office/drawing/2014/main" id="{9415B60E-BCC9-D6E8-D0B5-8C040B3BB268}"/>
              </a:ext>
            </a:extLst>
          </p:cNvPr>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a:extLst>
              <a:ext uri="{FF2B5EF4-FFF2-40B4-BE49-F238E27FC236}">
                <a16:creationId xmlns:a16="http://schemas.microsoft.com/office/drawing/2014/main" id="{C7801B3F-6126-1D97-227B-3D43762B7A66}"/>
              </a:ext>
            </a:extLst>
          </p:cNvPr>
          <p:cNvPicPr preferRelativeResize="0"/>
          <p:nvPr/>
        </p:nvPicPr>
        <p:blipFill>
          <a:blip r:embed="rId3">
            <a:alphaModFix/>
          </a:blip>
          <a:stretch>
            <a:fillRect/>
          </a:stretch>
        </p:blipFill>
        <p:spPr>
          <a:xfrm>
            <a:off x="448056" y="1363660"/>
            <a:ext cx="8247888" cy="5099944"/>
          </a:xfrm>
          <a:prstGeom prst="rect">
            <a:avLst/>
          </a:prstGeom>
          <a:noFill/>
          <a:ln>
            <a:noFill/>
          </a:ln>
        </p:spPr>
      </p:pic>
    </p:spTree>
    <p:extLst>
      <p:ext uri="{BB962C8B-B14F-4D97-AF65-F5344CB8AC3E}">
        <p14:creationId xmlns:p14="http://schemas.microsoft.com/office/powerpoint/2010/main" val="941900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19223</TotalTime>
  <Words>28806</Words>
  <Application>Microsoft Macintosh PowerPoint</Application>
  <PresentationFormat>Custom</PresentationFormat>
  <Paragraphs>1979</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39</cp:revision>
  <dcterms:modified xsi:type="dcterms:W3CDTF">2026-03-11T00:28:33Z</dcterms:modified>
</cp:coreProperties>
</file>
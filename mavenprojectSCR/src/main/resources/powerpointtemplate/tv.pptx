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79"/>
  </p:normalViewPr>
  <p:slideViewPr>
    <p:cSldViewPr snapToGrid="0">
      <p:cViewPr varScale="1">
        <p:scale>
          <a:sx n="73" d="100"/>
          <a:sy n="73" d="100"/>
        </p:scale>
        <p:origin x="568" y="240"/>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947444493"/>
              </p:ext>
            </p:extLst>
          </p:nvPr>
        </p:nvGraphicFramePr>
        <p:xfrm>
          <a:off x="594360" y="2807208"/>
          <a:ext cx="3593600" cy="154710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dirty="0">
                          <a:latin typeface="Verdana"/>
                          <a:ea typeface="Verdana"/>
                          <a:cs typeface="Verdana"/>
                          <a:sym typeface="Verdana"/>
                        </a:rPr>
                        <a:t>Call Attention to Brands/Private Labels Carried</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dirty="0">
                          <a:latin typeface="Verdana"/>
                          <a:ea typeface="Verdana"/>
                          <a:cs typeface="Verdana"/>
                          <a:sym typeface="Verdana"/>
                        </a:rPr>
                        <a:t>Promote Off-price Items/Services</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dirty="0">
                          <a:latin typeface="Verdana"/>
                          <a:ea typeface="Verdana"/>
                          <a:cs typeface="Verdana"/>
                          <a:sym typeface="Verdana"/>
                        </a:rPr>
                        <a:t>Utilize Co-op/Vendor Dollars</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57850">
                <a:tc>
                  <a:txBody>
                    <a:bodyPr/>
                    <a:lstStyle/>
                    <a:p>
                      <a:pPr marL="0" lvl="0" indent="0" algn="l" rtl="0">
                        <a:lnSpc>
                          <a:spcPct val="115000"/>
                        </a:lnSpc>
                        <a:spcBef>
                          <a:spcPts val="0"/>
                        </a:spcBef>
                        <a:spcAft>
                          <a:spcPts val="0"/>
                        </a:spcAft>
                        <a:buNone/>
                      </a:pP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15900593"/>
                  </a:ext>
                </a:extLst>
              </a:tr>
            </a:tbl>
          </a:graphicData>
        </a:graphic>
      </p:graphicFrame>
      <p:graphicFrame>
        <p:nvGraphicFramePr>
          <p:cNvPr id="125" name="Google Shape;125;p16"/>
          <p:cNvGraphicFramePr/>
          <p:nvPr>
            <p:extLst>
              <p:ext uri="{D42A27DB-BD31-4B8C-83A1-F6EECF244321}">
                <p14:modId xmlns:p14="http://schemas.microsoft.com/office/powerpoint/2010/main" val="4288926676"/>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a:latin typeface="Verdana"/>
                          <a:ea typeface="Verdana"/>
                          <a:cs typeface="Verdana"/>
                          <a:sym typeface="Verdana"/>
                        </a:rPr>
                        <a:t>Retain/Recapture Consumers</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a:latin typeface="Verdana"/>
                          <a:ea typeface="Verdana"/>
                          <a:cs typeface="Verdana"/>
                          <a:sym typeface="Verdana"/>
                        </a:rPr>
                        <a:t>Increase Frequency of Consumers visits</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a:latin typeface="Verdana"/>
                          <a:ea typeface="Verdana"/>
                          <a:cs typeface="Verdana"/>
                          <a:sym typeface="Verdana"/>
                        </a:rPr>
                        <a:t>Grow New Traffic/Leads</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a:latin typeface="Verdana"/>
                          <a:ea typeface="Verdana"/>
                          <a:cs typeface="Verdana"/>
                          <a:sym typeface="Verdana"/>
                        </a:rPr>
                        <a:t>Change Consumers Attitudes</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nvGraphicFramePr>
        <p:xfrm>
          <a:off x="594360"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Make Promotional Events Stronger</a:t>
                      </a:r>
                      <a:endParaRPr sz="1000" b="1">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Digital/Mobile/Social Strategies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Establish a quarterly spike/seasonal campaign</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Database Marketing (Email and Text)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Initiate Cause Marketing Programs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Specially Staged Events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nvGraphicFramePr>
        <p:xfrm>
          <a:off x="5084064"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Maintain Market Dominance</a:t>
                      </a:r>
                      <a:endParaRPr sz="1000" b="1">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Enhance Website (Mobile, Response, SEO, SEM)</a:t>
                      </a:r>
                      <a:endParaRPr sz="100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Tech Recruitment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3. Expand Target Consumers (by age, sex, geography)</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786"/>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626</TotalTime>
  <Words>29007</Words>
  <Application>Microsoft Macintosh PowerPoint</Application>
  <PresentationFormat>Custom</PresentationFormat>
  <Paragraphs>1999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21</cp:revision>
  <dcterms:modified xsi:type="dcterms:W3CDTF">2026-02-22T23:31:22Z</dcterms:modified>
</cp:coreProperties>
</file>
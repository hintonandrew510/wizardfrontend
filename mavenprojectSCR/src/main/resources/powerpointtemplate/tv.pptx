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21"/>
  </p:normalViewPr>
  <p:slideViewPr>
    <p:cSldViewPr snapToGrid="0">
      <p:cViewPr varScale="1">
        <p:scale>
          <a:sx n="72" d="100"/>
          <a:sy n="72" d="100"/>
        </p:scale>
        <p:origin x="608" y="19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41630</TotalTime>
  <Words>28781</Words>
  <Application>Microsoft Macintosh PowerPoint</Application>
  <PresentationFormat>Custom</PresentationFormat>
  <Paragraphs>1970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56</cp:revision>
  <dcterms:modified xsi:type="dcterms:W3CDTF">2026-05-23T01:20:20Z</dcterms:modified>
</cp:coreProperties>
</file>
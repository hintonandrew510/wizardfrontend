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421"/>
  </p:normalViewPr>
  <p:slideViewPr>
    <p:cSldViewPr snapToGrid="0">
      <p:cViewPr varScale="1">
        <p:scale>
          <a:sx n="72" d="100"/>
          <a:sy n="72" d="100"/>
        </p:scale>
        <p:origin x="608" y="192"/>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21.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I12</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8274864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983055170"/>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751052941"/>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439513245"/>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2364039595"/>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planACity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planAReach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planAFrequency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planADigitalImpressionsMonthly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US" dirty="0" err="1">
                <a:solidFill>
                  <a:schemeClr val="dk1"/>
                </a:solidFill>
                <a:latin typeface="Verdana"/>
                <a:ea typeface="Verdana"/>
                <a:cs typeface="Verdana"/>
                <a:sym typeface="Verdana"/>
              </a:rPr>
              <a:t>planAMonth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Daily Advertising Investment:</a:t>
            </a:r>
            <a:r>
              <a:rPr lang="en" dirty="0">
                <a:solidFill>
                  <a:schemeClr val="dk1"/>
                </a:solidFill>
                <a:latin typeface="Verdana"/>
                <a:ea typeface="Verdana"/>
                <a:cs typeface="Verdana"/>
                <a:sym typeface="Verdana"/>
              </a:rPr>
              <a:t> </a:t>
            </a:r>
            <a:r>
              <a:rPr lang="en" dirty="0" err="1">
                <a:solidFill>
                  <a:schemeClr val="dk1"/>
                </a:solidFill>
                <a:latin typeface="Verdana"/>
                <a:ea typeface="Verdana"/>
                <a:cs typeface="Verdana"/>
                <a:sym typeface="Verdana"/>
              </a:rPr>
              <a:t>planADaily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dirty="0" err="1">
                <a:solidFill>
                  <a:srgbClr val="000000"/>
                </a:solidFill>
                <a:latin typeface="Verdana"/>
                <a:ea typeface="Verdana"/>
                <a:cs typeface="Verdana"/>
                <a:sym typeface="Verdana"/>
              </a:rPr>
              <a:t>planAAverageSale</a:t>
            </a:r>
            <a:endParaRPr sz="1300" u="sng" dirty="0">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planAGrossMargin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planAClosingPct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planAProspectValue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planAMontly</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planAProspectsNeeded</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planAProspectSalesNeeded</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planAGrossProfitOnSales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planAMonths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planAAdditionalGrossSales</a:t>
            </a:r>
            <a:endParaRPr sz="1300" u="sng" dirty="0">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a_averageSale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a_grossProfitMargin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a_grossProfitPerSale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a_averageRepeatSales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a_averageCustomerValue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a_yearsOfPatronage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a_lifetimeValuePerCustomer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planAMonth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a_prospectsNeededToBreakEven</a:t>
            </a:r>
            <a:endParaRPr sz="1300" dirty="0">
              <a:solidFill>
                <a:srgbClr val="000000"/>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planAMonthlDigitalInvestment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planACostPerThousand</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planAClosingPctNumber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planAClickThroughRate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planAMonth</a:t>
            </a:r>
            <a:r>
              <a:rPr lang="en" sz="1300" u="sng" dirty="0">
                <a:solidFill>
                  <a:schemeClr val="dk1"/>
                </a:solidFill>
                <a:latin typeface="Verdana"/>
                <a:ea typeface="Verdana"/>
                <a:cs typeface="Verdana"/>
                <a:sym typeface="Verdana"/>
              </a:rPr>
              <a:t>Clicks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planACostPerClicks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planASalesConversionPercentage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planAMonth</a:t>
            </a:r>
            <a:r>
              <a:rPr lang="en" sz="1300" u="sng" dirty="0">
                <a:solidFill>
                  <a:schemeClr val="dk1"/>
                </a:solidFill>
                <a:latin typeface="Verdana"/>
                <a:ea typeface="Verdana"/>
                <a:cs typeface="Verdana"/>
                <a:sym typeface="Verdana"/>
              </a:rPr>
              <a:t>Conversions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planACostPerConversion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planAProjectedGrossProfit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latin typeface="Verdana"/>
                <a:ea typeface="Verdana"/>
                <a:cs typeface="Verdana"/>
                <a:sym typeface="Verdana"/>
              </a:rPr>
              <a:t>planAMonth</a:t>
            </a:r>
            <a:r>
              <a:rPr lang="en" sz="1300" u="sng" dirty="0" err="1">
                <a:solidFill>
                  <a:schemeClr val="dk1"/>
                </a:solidFill>
                <a:latin typeface="Verdana"/>
                <a:ea typeface="Verdana"/>
                <a:cs typeface="Verdana"/>
                <a:sym typeface="Verdana"/>
              </a:rPr>
              <a:t>GrossProfit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latin typeface="Verdana"/>
                <a:ea typeface="Verdana"/>
                <a:cs typeface="Verdana"/>
                <a:sym typeface="Verdana"/>
              </a:rPr>
              <a:t>planAMonth</a:t>
            </a:r>
            <a:r>
              <a:rPr lang="en" sz="1300" u="sng" dirty="0">
                <a:solidFill>
                  <a:schemeClr val="dk1"/>
                </a:solidFill>
                <a:latin typeface="Verdana"/>
                <a:ea typeface="Verdana"/>
                <a:cs typeface="Verdana"/>
                <a:sym typeface="Verdana"/>
              </a:rPr>
              <a:t>ROID</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planAMonth</a:t>
            </a:r>
            <a:r>
              <a:rPr lang="en" sz="1300" u="sng" dirty="0">
                <a:solidFill>
                  <a:schemeClr val="dk1"/>
                </a:solidFill>
                <a:latin typeface="Verdana"/>
                <a:ea typeface="Verdana"/>
                <a:cs typeface="Verdana"/>
                <a:sym typeface="Verdana"/>
              </a:rPr>
              <a:t>ROIP</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2073153747"/>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dirty="0">
                <a:solidFill>
                  <a:srgbClr val="000000"/>
                </a:solidFill>
                <a:latin typeface="Verdana"/>
                <a:ea typeface="Verdana"/>
                <a:cs typeface="Verdana"/>
                <a:sym typeface="Verdana"/>
              </a:rPr>
              <a:t>Initiate Cause Marketing Program</a:t>
            </a:r>
            <a:endParaRPr sz="1150" dirty="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dirty="0">
                <a:solidFill>
                  <a:srgbClr val="000000"/>
                </a:solidFill>
                <a:latin typeface="Verdana"/>
                <a:ea typeface="Verdana"/>
                <a:cs typeface="Verdana"/>
                <a:sym typeface="Verdana"/>
              </a:rPr>
              <a:t>Tech Recruitment</a:t>
            </a:r>
            <a:endParaRPr sz="1150" dirty="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dirty="0">
                <a:solidFill>
                  <a:srgbClr val="000000"/>
                </a:solidFill>
                <a:latin typeface="Verdana"/>
                <a:ea typeface="Verdana"/>
                <a:cs typeface="Verdana"/>
                <a:sym typeface="Verdana"/>
              </a:rPr>
              <a:t>Expand Target Consumers (by age, sex, geography)</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sz="1150" dirty="0" err="1">
                <a:solidFill>
                  <a:srgbClr val="000000"/>
                </a:solidFill>
                <a:latin typeface="Verdana"/>
                <a:ea typeface="Verdana"/>
                <a:cs typeface="Verdana"/>
                <a:sym typeface="Verdana"/>
              </a:rPr>
              <a:t>businessname</a:t>
            </a:r>
            <a:r>
              <a:rPr lang="en" sz="1150">
                <a:solidFill>
                  <a:srgbClr val="000000"/>
                </a:solidFill>
                <a:latin typeface="Verdana"/>
                <a:ea typeface="Verdana"/>
                <a:cs typeface="Verdana"/>
                <a:sym typeface="Verdana"/>
              </a:rPr>
              <a:t> agrees </a:t>
            </a:r>
            <a:r>
              <a:rPr lang="en" sz="1150" dirty="0">
                <a:solidFill>
                  <a:srgbClr val="000000"/>
                </a:solidFill>
                <a:latin typeface="Verdana"/>
                <a:ea typeface="Verdana"/>
                <a:cs typeface="Verdana"/>
                <a:sym typeface="Verdana"/>
              </a:rPr>
              <a:t>to invest in the following long-term plan:</a:t>
            </a:r>
            <a:endParaRPr sz="1150" dirty="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43162</TotalTime>
  <Words>28664</Words>
  <Application>Microsoft Macintosh PowerPoint</Application>
  <PresentationFormat>Custom</PresentationFormat>
  <Paragraphs>1901</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I12</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59</cp:revision>
  <dcterms:modified xsi:type="dcterms:W3CDTF">2026-05-25T14:44:24Z</dcterms:modified>
</cp:coreProperties>
</file>
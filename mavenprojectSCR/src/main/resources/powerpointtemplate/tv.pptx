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9"/>
  </p:normalViewPr>
  <p:slideViewPr>
    <p:cSldViewPr snapToGrid="0">
      <p:cViewPr varScale="1">
        <p:scale>
          <a:sx n="73" d="100"/>
          <a:sy n="73" d="100"/>
        </p:scale>
        <p:origin x="568" y="46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3. Expand Target Consumers (by age, sex, geography)</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10606</TotalTime>
  <Words>28966</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29</cp:revision>
  <dcterms:modified xsi:type="dcterms:W3CDTF">2026-03-01T21:51:19Z</dcterms:modified>
</cp:coreProperties>
</file>
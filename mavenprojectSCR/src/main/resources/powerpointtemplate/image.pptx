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07"/>
    <p:restoredTop sz="94724"/>
  </p:normalViewPr>
  <p:slideViewPr>
    <p:cSldViewPr>
      <p:cViewPr varScale="1">
        <p:scale>
          <a:sx n="83" d="100"/>
          <a:sy n="83" d="100"/>
        </p:scale>
        <p:origin x="1384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 descr="A pie chart with different colors&#10;&#10;AI-generated content may be incorrect.">
          <a:extLst xmlns:a="http://schemas.openxmlformats.org/drawingml/2006/main">
            <a:ext uri="{FF2B5EF4-FFF2-40B4-BE49-F238E27FC236}">
              <a16:creationId xmlns:a16="http://schemas.microsoft.com/office/drawing/2014/main" id="{357B8B6D-C8AE-690C-98C1-9A1E4ADF893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6096000" cy="4064000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581F-E022-2024-3B59-6C9AC1E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DCB2911-F32D-2C15-28FB-F4C82BFDDC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7355583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85147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9348-03F0-B00B-95C9-75CC2F7CDA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C9113-E1C4-65E4-7E1A-9ECED95D1E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graph showing the number of cars in the market&#10;&#10;AI-generated content may be incorrect.">
            <a:extLst>
              <a:ext uri="{FF2B5EF4-FFF2-40B4-BE49-F238E27FC236}">
                <a16:creationId xmlns:a16="http://schemas.microsoft.com/office/drawing/2014/main" id="{DB29B5D5-E5B6-6D82-7866-604D905D0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905000"/>
            <a:ext cx="5461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0</Words>
  <Application>Microsoft Macintosh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Pie Chart</dc:title>
  <dc:creator>yegor</dc:creator>
  <cp:lastModifiedBy>andrew hinton</cp:lastModifiedBy>
  <cp:revision>9</cp:revision>
  <dcterms:created xsi:type="dcterms:W3CDTF">2006-08-16T00:00:00Z</dcterms:created>
  <dcterms:modified xsi:type="dcterms:W3CDTF">2026-01-19T23:12:31Z</dcterms:modified>
</cp:coreProperties>
</file>
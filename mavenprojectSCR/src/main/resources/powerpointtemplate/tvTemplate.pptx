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7"/>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latin typeface="Verdana"/>
                <a:ea typeface="Verdana"/>
                <a:cs typeface="Verdana"/>
                <a:sym typeface="Verdana"/>
              </a:rPr>
              <a:t>planAAverageSale</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planAClosingPct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planAProspectsNeeded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planAProspectSalesNeeded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planAGrossProfitOnSales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planAMonths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planAAdditionalGrossSales</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a_prospectsNeededToBreakEven</a:t>
            </a:r>
            <a:endParaRPr sz="1300" dirty="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43485</TotalTime>
  <Words>28478</Words>
  <Application>Microsoft Macintosh PowerPoint</Application>
  <PresentationFormat>Custom</PresentationFormat>
  <Paragraphs>1817</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64</cp:revision>
  <dcterms:modified xsi:type="dcterms:W3CDTF">2026-06-22T01:32:06Z</dcterms:modified>
</cp:coreProperties>
</file>
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565"/>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43555</TotalTime>
  <Words>28462</Words>
  <Application>Microsoft Macintosh PowerPoint</Application>
  <PresentationFormat>Custom</PresentationFormat>
  <Paragraphs>1816</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76</cp:revision>
  <dcterms:modified xsi:type="dcterms:W3CDTF">2026-09-13T21:48:18Z</dcterms:modified>
</cp:coreProperties>
</file>
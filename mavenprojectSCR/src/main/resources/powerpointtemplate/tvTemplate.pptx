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191607"/>
            <a:ext cx="3538800" cy="748343"/>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b="1" dirty="0">
                <a:solidFill>
                  <a:schemeClr val="dk1"/>
                </a:solidFill>
                <a:latin typeface="Verdana"/>
                <a:ea typeface="Verdana"/>
                <a:cs typeface="Verdana"/>
                <a:sym typeface="Verdana"/>
              </a:rPr>
              <a:t>9. What are your digital marketing strategies? What are your goals and measures of success?</a:t>
            </a:r>
            <a:endParaRPr sz="900" b="1" dirty="0">
              <a:latin typeface="Verdana"/>
              <a:ea typeface="Verdana"/>
              <a:cs typeface="Verdana"/>
              <a:sym typeface="Verdana"/>
            </a:endParaRPr>
          </a:p>
        </p:txBody>
      </p:sp>
      <p:sp>
        <p:nvSpPr>
          <p:cNvPr id="142" name="Google Shape;142;p17"/>
          <p:cNvSpPr txBox="1"/>
          <p:nvPr/>
        </p:nvSpPr>
        <p:spPr>
          <a:xfrm>
            <a:off x="4736600" y="4945297"/>
            <a:ext cx="4200000" cy="994654"/>
          </a:xfrm>
          <a:prstGeom prst="rect">
            <a:avLst/>
          </a:prstGeom>
          <a:noFill/>
          <a:ln>
            <a:noFill/>
          </a:ln>
        </p:spPr>
        <p:txBody>
          <a:bodyPr spcFirstLastPara="1" wrap="square" lIns="91425" tIns="91425" rIns="91425" bIns="91425" anchor="ctr" anchorCtr="0">
            <a:noAutofit/>
          </a:bodyPr>
          <a:lstStyle/>
          <a:p>
            <a:pPr lvl="0"/>
            <a:r>
              <a:rPr lang="en" sz="900" b="1" dirty="0">
                <a:solidFill>
                  <a:schemeClr val="dk1"/>
                </a:solidFill>
                <a:latin typeface="Verdana"/>
                <a:ea typeface="Verdana"/>
                <a:cs typeface="Verdana"/>
                <a:sym typeface="Verdana"/>
              </a:rPr>
              <a:t>10. </a:t>
            </a:r>
            <a:r>
              <a:rPr lang="en-US" sz="900" b="1" dirty="0">
                <a:solidFill>
                  <a:schemeClr val="dk1"/>
                </a:solidFill>
                <a:latin typeface="Verdana"/>
                <a:ea typeface="Verdana"/>
                <a:cs typeface="Verdana"/>
                <a:sym typeface="Verdana"/>
              </a:rPr>
              <a:t>How are you approaching audiences within your digital advertising channels (e.g. location</a:t>
            </a:r>
          </a:p>
          <a:p>
            <a:pPr lvl="0"/>
            <a:r>
              <a:rPr lang="en-US" sz="90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90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planBCity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planBReach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planBFrequency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planBDigitalImpressionsMonthly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 dirty="0" err="1">
                <a:solidFill>
                  <a:schemeClr val="dk1"/>
                </a:solidFill>
                <a:latin typeface="Verdana"/>
                <a:ea typeface="Verdana"/>
                <a:cs typeface="Verdana"/>
                <a:sym typeface="Verdana"/>
              </a:rPr>
              <a:t>planBMonthly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planBMonthly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b_prospectsNeededToBreakEven</a:t>
            </a:r>
            <a:endParaRPr sz="1300" dirty="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Average sale (ticket, transaction, invoice)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gross profit margin on average sale (sale less variable costs)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gross profit per average sale (A*B)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repeat sales per year (per customer/client)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average customer/client value per year (C*D)=</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number of years of patronage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lifetime value of one customer/client (E*F)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So if your base monthly advertising investment averages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Then monthly customers/clients needed to break even (H/G)=</a:t>
            </a:r>
            <a:endParaRPr sz="1300" b="1" dirty="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46983</TotalTime>
  <Words>28489</Words>
  <Application>Microsoft Macintosh PowerPoint</Application>
  <PresentationFormat>Custom</PresentationFormat>
  <Paragraphs>1818</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86</cp:revision>
  <dcterms:modified xsi:type="dcterms:W3CDTF">2026-09-21T16:07:14Z</dcterms:modified>
</cp:coreProperties>
</file>
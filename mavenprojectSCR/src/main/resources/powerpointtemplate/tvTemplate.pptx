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4945296"/>
            <a:ext cx="4200000" cy="1221151"/>
          </a:xfrm>
          <a:prstGeom prst="rect">
            <a:avLst/>
          </a:prstGeom>
          <a:noFill/>
          <a:ln>
            <a:noFill/>
          </a:ln>
        </p:spPr>
        <p:txBody>
          <a:bodyPr spcFirstLastPara="1" wrap="square" lIns="91425" tIns="91425" rIns="91425" bIns="91425" anchor="ctr" anchorCtr="0">
            <a:noAutofit/>
          </a:bodyPr>
          <a:lstStyle/>
          <a:p>
            <a:pPr lvl="0"/>
            <a:r>
              <a:rPr lang="en" sz="1150" b="1" dirty="0">
                <a:solidFill>
                  <a:schemeClr val="dk1"/>
                </a:solidFill>
                <a:latin typeface="Verdana"/>
                <a:ea typeface="Verdana"/>
                <a:cs typeface="Verdana"/>
                <a:sym typeface="Verdana"/>
              </a:rPr>
              <a:t>10. </a:t>
            </a:r>
            <a:r>
              <a:rPr lang="en-US" sz="1150" b="1" dirty="0">
                <a:solidFill>
                  <a:schemeClr val="dk1"/>
                </a:solidFill>
                <a:latin typeface="Verdana"/>
                <a:ea typeface="Verdana"/>
                <a:cs typeface="Verdana"/>
                <a:sym typeface="Verdana"/>
              </a:rPr>
              <a:t>How are you approaching audiences within your digital advertising channels (e.g. location</a:t>
            </a:r>
          </a:p>
          <a:p>
            <a:pPr lvl="0"/>
            <a:r>
              <a:rPr lang="en-US" sz="115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115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43587</TotalTime>
  <Words>28488</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79</cp:revision>
  <dcterms:modified xsi:type="dcterms:W3CDTF">2026-09-18T15:40:20Z</dcterms:modified>
</cp:coreProperties>
</file>
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p:restoredTop sz="94477"/>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43509</TotalTime>
  <Words>28462</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67</cp:revision>
  <dcterms:modified xsi:type="dcterms:W3CDTF">2026-06-22T01:56:07Z</dcterms:modified>
</cp:coreProperties>
</file>
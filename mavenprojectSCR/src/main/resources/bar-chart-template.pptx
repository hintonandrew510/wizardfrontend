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Sales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gapWidth val="100"/>
        <c:overlap val="0"/>
        <c:axId val="41473753"/>
        <c:axId val="19749553"/>
      </c:barChart>
      <c:catAx>
        <c:axId val="4147375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19749553"/>
        <c:crosses val="autoZero"/>
        <c:auto val="1"/>
        <c:lblAlgn val="ctr"/>
        <c:lblOffset val="100"/>
        <c:noMultiLvlLbl val="0"/>
      </c:catAx>
      <c:valAx>
        <c:axId val="19749553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41473753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Column 1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9.1</c:v>
                </c:pt>
                <c:pt idx="1">
                  <c:v>2.4</c:v>
                </c:pt>
                <c:pt idx="2">
                  <c:v>3.1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Column 2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3.2</c:v>
                </c:pt>
                <c:pt idx="1">
                  <c:v>8.8</c:v>
                </c:pt>
                <c:pt idx="2">
                  <c:v>1.5</c:v>
                </c:pt>
                <c:pt idx="3">
                  <c:v>9.02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Column 3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4.54</c:v>
                </c:pt>
                <c:pt idx="1">
                  <c:v>9.65</c:v>
                </c:pt>
                <c:pt idx="2">
                  <c:v>3.7</c:v>
                </c:pt>
                <c:pt idx="3">
                  <c:v>6.2</c:v>
                </c:pt>
              </c:numCache>
            </c:numRef>
          </c:val>
        </c:ser>
        <c:gapWidth val="100"/>
        <c:overlap val="0"/>
        <c:axId val="48456155"/>
        <c:axId val="13400515"/>
      </c:barChart>
      <c:catAx>
        <c:axId val="48456155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13400515"/>
        <c:crosses val="autoZero"/>
        <c:auto val="1"/>
        <c:lblAlgn val="ctr"/>
        <c:lblOffset val="100"/>
        <c:noMultiLvlLbl val="0"/>
      </c:catAx>
      <c:valAx>
        <c:axId val="13400515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48456155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3DB58A-5454-4A1D-A725-EAA3DB5634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566611-3987-4C2B-9F9B-3A1A5C196C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1477BA-7F6B-4E3C-B3D8-436AC72EDF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3E918C-13A3-42F1-8113-618572EE30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CEFEA7-7ED0-4C3F-BF0E-62D31B2BBD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6BF35-84BB-4A8D-85E4-8446E23ABC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F6C381-925D-4EF1-820D-53E19BE125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20DA4E-D6E4-4105-ADFA-45E78E8BBD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D73CB7-E7A6-4091-BEA6-EDC6530A0C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30A859-6D70-4FCC-9038-9DFB3FC0F5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E9280-D11D-493B-9B00-7B26646F74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333581-E310-4D0A-818B-60E9AB7B6A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F2AD9F-5ECB-45D1-A0CB-19B3380F4AD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My Bar Chart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42" name="Chart 1"/>
          <p:cNvGraphicFramePr/>
          <p:nvPr/>
        </p:nvGraphicFramePr>
        <p:xfrm>
          <a:off x="1523880" y="1397160"/>
          <a:ext cx="6095520" cy="406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hhhhhhhhhhhhhh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44" name=""/>
          <p:cNvGraphicFramePr/>
          <p:nvPr/>
        </p:nvGraphicFramePr>
        <p:xfrm>
          <a:off x="1690920" y="1802160"/>
          <a:ext cx="5759640" cy="3239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PPTXPresentationEditor/1.1.0.0$MacOSX_AARCH64 LibreOffice_project/e114eadc50a9ff8d8c8a0567d6da8f454beeb84f</Application>
  <AppVersion>15.0000</AppVersion>
  <Words>4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yegor</dc:creator>
  <dc:description/>
  <dc:language>en-US</dc:language>
  <cp:lastModifiedBy/>
  <dcterms:modified xsi:type="dcterms:W3CDTF">2025-12-31T13:58:11Z</dcterms:modified>
  <cp:revision>4</cp:revision>
  <dc:subject/>
  <dc:title>My Pie Chart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</vt:i4>
  </property>
</Properties>
</file>